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notesMasterIdLst>
    <p:notesMasterId r:id="rId15"/>
  </p:notesMasterIdLst>
  <p:handoutMasterIdLst>
    <p:handoutMasterId r:id="rId16"/>
  </p:handoutMasterIdLst>
  <p:sldIdLst>
    <p:sldId id="278" r:id="rId5"/>
    <p:sldId id="282" r:id="rId6"/>
    <p:sldId id="271" r:id="rId7"/>
    <p:sldId id="283" r:id="rId8"/>
    <p:sldId id="284" r:id="rId9"/>
    <p:sldId id="285" r:id="rId10"/>
    <p:sldId id="286" r:id="rId11"/>
    <p:sldId id="289" r:id="rId12"/>
    <p:sldId id="288" r:id="rId13"/>
    <p:sldId id="292" r:id="rId14"/>
  </p:sldIdLst>
  <p:sldSz cx="12192000" cy="6858000"/>
  <p:notesSz cx="6858000" cy="9144000"/>
  <p:defaultTextStyle>
    <a:defPPr rtl="0">
      <a:defRPr lang="ru-RU"/>
    </a:defPPr>
    <a:lvl1pPr marL="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>
          <p15:clr>
            <a:srgbClr val="F26B43"/>
          </p15:clr>
        </p15:guide>
        <p15:guide id="3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2B1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5388" autoAdjust="0"/>
  </p:normalViewPr>
  <p:slideViewPr>
    <p:cSldViewPr snapToGrid="0">
      <p:cViewPr varScale="1">
        <p:scale>
          <a:sx n="114" d="100"/>
          <a:sy n="114" d="100"/>
        </p:scale>
        <p:origin x="414" y="84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-432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57"/>
    </p:cViewPr>
  </p:sorterViewPr>
  <p:notesViewPr>
    <p:cSldViewPr snapToGrid="0">
      <p:cViewPr varScale="1">
        <p:scale>
          <a:sx n="82" d="100"/>
          <a:sy n="82" d="100"/>
        </p:scale>
        <p:origin x="394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95F4DCF1-ECAF-F7A7-2FE7-5E8E893BC44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C1330B0-5BAC-7408-8C3C-78D8336840E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ru-RU" sz="1200"/>
            </a:lvl1pPr>
          </a:lstStyle>
          <a:p>
            <a:pPr rtl="0"/>
            <a:fld id="{BC1A1616-714D-4ADA-BBBA-B34ABEEC5283}" type="datetime1">
              <a:rPr lang="ru-RU" smtClean="0"/>
              <a:t>26.05.2026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0D7EEB3-E0A5-7440-F7ED-F59975ED1E8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F548D11-7466-6432-3BF5-64A1A1FA59C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ru-RU" sz="1200"/>
            </a:lvl1pPr>
          </a:lstStyle>
          <a:p>
            <a:pPr rtl="0"/>
            <a:fld id="{CFA70580-B89C-4157-871D-6B9318EE5F58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43157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ru-RU" sz="1200"/>
            </a:lvl1pPr>
          </a:lstStyle>
          <a:p>
            <a:fld id="{A8D124BC-5E8F-4686-A3D0-46BF78A79F81}" type="datetime1">
              <a:rPr lang="ru-RU" smtClean="0"/>
              <a:pPr/>
              <a:t>26.05.2026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ru-RU"/>
            </a:defPPr>
          </a:lstStyle>
          <a:p>
            <a:pPr lvl="0" rtl="0"/>
            <a:r>
              <a:rPr lang="ru-RU"/>
              <a:t>Щелкните, чтобы изменить стили текста образца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ru-RU" sz="1200"/>
            </a:lvl1pPr>
          </a:lstStyle>
          <a:p>
            <a:pPr rtl="0"/>
            <a:fld id="{E7AF00E9-A49D-4007-B3B9-A3783809E505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09697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E7AF00E9-A49D-4007-B3B9-A3783809E505}" type="slidenum">
              <a:rPr lang="ru-RU" smtClean="0"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892237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E7AF00E9-A49D-4007-B3B9-A3783809E505}" type="slidenum">
              <a:rPr lang="ru-RU" smtClean="0"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606498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E7AF00E9-A49D-4007-B3B9-A3783809E505}" type="slidenum">
              <a:rPr lang="ru-RU" smtClean="0"/>
              <a:t>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031917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E7AF00E9-A49D-4007-B3B9-A3783809E505}" type="slidenum">
              <a:rPr lang="ru-RU" smtClean="0"/>
              <a:t>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31635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E7AF00E9-A49D-4007-B3B9-A3783809E505}" type="slidenum">
              <a:rPr lang="ru-RU" smtClean="0"/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67899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E7AF00E9-A49D-4007-B3B9-A3783809E505}" type="slidenum">
              <a:rPr lang="ru-RU" smtClean="0"/>
              <a:t>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330567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E7AF00E9-A49D-4007-B3B9-A3783809E505}" type="slidenum">
              <a:rPr lang="ru-RU" smtClean="0"/>
              <a:t>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704889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E7AF00E9-A49D-4007-B3B9-A3783809E505}" type="slidenum">
              <a:rPr lang="ru-RU" smtClean="0"/>
              <a:t>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761087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E7AF00E9-A49D-4007-B3B9-A3783809E505}" type="slidenum">
              <a:rPr lang="ru-RU" smtClean="0"/>
              <a:t>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22812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E7AF00E9-A49D-4007-B3B9-A3783809E505}" type="slidenum">
              <a:rPr lang="ru-RU" smtClean="0"/>
              <a:t>10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496934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22053C-0E9C-4159-B7C9-6AB7434391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18020" y="662937"/>
            <a:ext cx="4624442" cy="5542025"/>
          </a:xfrm>
        </p:spPr>
        <p:txBody>
          <a:bodyPr vert="horz" wrap="square" lIns="0" tIns="0" rIns="0" bIns="0" rtlCol="0" anchor="ctr" anchorCtr="0">
            <a:normAutofit/>
          </a:bodyPr>
          <a:lstStyle>
            <a:lvl1pPr>
              <a:defRPr lang="ru-RU" dirty="0"/>
            </a:lvl1pPr>
          </a:lstStyle>
          <a:p>
            <a:pPr lvl="0" rtl="0">
              <a:lnSpc>
                <a:spcPct val="100000"/>
              </a:lnSpc>
            </a:pPr>
            <a:r>
              <a:rPr lang="ru-RU"/>
              <a:t>Заголовок слайда</a:t>
            </a:r>
          </a:p>
        </p:txBody>
      </p:sp>
      <p:sp>
        <p:nvSpPr>
          <p:cNvPr id="9" name="Рисунок 8">
            <a:extLst>
              <a:ext uri="{FF2B5EF4-FFF2-40B4-BE49-F238E27FC236}">
                <a16:creationId xmlns:a16="http://schemas.microsoft.com/office/drawing/2014/main" id="{988CE9D0-E6DB-A38D-ED84-A53D0493E6D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267450" cy="6858000"/>
          </a:xfrm>
        </p:spPr>
        <p:txBody>
          <a:bodyPr rtlCol="0">
            <a:normAutofit/>
          </a:bodyPr>
          <a:lstStyle>
            <a:lvl1pPr marL="0" indent="0" algn="ctr">
              <a:buNone/>
              <a:defRPr lang="ru-RU" sz="2000"/>
            </a:lvl1pPr>
          </a:lstStyle>
          <a:p>
            <a:pPr rtl="0"/>
            <a:r>
              <a:rPr lang="ru-RU"/>
              <a:t>Щелкните значок, чтобы вставить рисунок</a:t>
            </a:r>
          </a:p>
        </p:txBody>
      </p:sp>
    </p:spTree>
    <p:extLst>
      <p:ext uri="{BB962C8B-B14F-4D97-AF65-F5344CB8AC3E}">
        <p14:creationId xmlns:p14="http://schemas.microsoft.com/office/powerpoint/2010/main" val="2868207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вест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Группа 22">
            <a:extLst>
              <a:ext uri="{FF2B5EF4-FFF2-40B4-BE49-F238E27FC236}">
                <a16:creationId xmlns:a16="http://schemas.microsoft.com/office/drawing/2014/main" id="{43C4A872-A473-BFD2-150E-387250C2B4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24" name="Полилиния: Фигура 23">
              <a:extLst>
                <a:ext uri="{FF2B5EF4-FFF2-40B4-BE49-F238E27FC236}">
                  <a16:creationId xmlns:a16="http://schemas.microsoft.com/office/drawing/2014/main" id="{C5C8D53B-A579-BCFA-58E8-C386DABC92CD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25" name="Овал 24">
              <a:extLst>
                <a:ext uri="{FF2B5EF4-FFF2-40B4-BE49-F238E27FC236}">
                  <a16:creationId xmlns:a16="http://schemas.microsoft.com/office/drawing/2014/main" id="{23A34CAC-4A03-ADDB-E97F-8675E68FC0B3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" panose="020F0502020204030204" pitchFamily="34" charset="0"/>
              </a:endParaRPr>
            </a:p>
          </p:txBody>
        </p:sp>
        <p:sp>
          <p:nvSpPr>
            <p:cNvPr id="26" name="Овал 25">
              <a:extLst>
                <a:ext uri="{FF2B5EF4-FFF2-40B4-BE49-F238E27FC236}">
                  <a16:creationId xmlns:a16="http://schemas.microsoft.com/office/drawing/2014/main" id="{0C733506-2F0D-8F31-52D1-5244F04A706B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" panose="020F0502020204030204" pitchFamily="34" charset="0"/>
              </a:endParaRPr>
            </a:p>
          </p:txBody>
        </p:sp>
        <p:sp>
          <p:nvSpPr>
            <p:cNvPr id="27" name="Полилиния: Фигура 26">
              <a:extLst>
                <a:ext uri="{FF2B5EF4-FFF2-40B4-BE49-F238E27FC236}">
                  <a16:creationId xmlns:a16="http://schemas.microsoft.com/office/drawing/2014/main" id="{29356E3D-E14C-9C43-7CE4-A7156B1E10DB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20" name="Заголовок 19">
            <a:extLst>
              <a:ext uri="{FF2B5EF4-FFF2-40B4-BE49-F238E27FC236}">
                <a16:creationId xmlns:a16="http://schemas.microsoft.com/office/drawing/2014/main" id="{85C652DA-55F6-9691-4254-344E0A4E9A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483924"/>
            <a:ext cx="11090275" cy="1684059"/>
          </a:xfrm>
        </p:spPr>
        <p:txBody>
          <a:bodyPr rtlCol="0" anchor="b">
            <a:normAutofit/>
          </a:bodyPr>
          <a:lstStyle>
            <a:lvl1pPr>
              <a:defRPr lang="ru-RU" sz="40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22" name="Объект 21">
            <a:extLst>
              <a:ext uri="{FF2B5EF4-FFF2-40B4-BE49-F238E27FC236}">
                <a16:creationId xmlns:a16="http://schemas.microsoft.com/office/drawing/2014/main" id="{4DB7AC4F-2818-7F0D-AC6A-736D5F2C73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50863" y="2419350"/>
            <a:ext cx="11090274" cy="3913188"/>
          </a:xfrm>
        </p:spPr>
        <p:txBody>
          <a:bodyPr rtlCol="0">
            <a:normAutofit/>
          </a:bodyPr>
          <a:lstStyle>
            <a:lvl1pPr marL="0" indent="0">
              <a:buNone/>
              <a:defRPr lang="ru-RU" sz="1800">
                <a:solidFill>
                  <a:schemeClr val="tx1"/>
                </a:solidFill>
              </a:defRPr>
            </a:lvl1pPr>
            <a:lvl2pPr>
              <a:defRPr lang="ru-RU" sz="1200">
                <a:solidFill>
                  <a:schemeClr val="tx1"/>
                </a:solidFill>
              </a:defRPr>
            </a:lvl2pPr>
            <a:lvl3pPr>
              <a:defRPr lang="ru-RU" sz="1200">
                <a:solidFill>
                  <a:schemeClr val="tx1"/>
                </a:solidFill>
              </a:defRPr>
            </a:lvl3pPr>
            <a:lvl4pPr>
              <a:defRPr lang="ru-RU" sz="1200">
                <a:solidFill>
                  <a:schemeClr val="tx1"/>
                </a:solidFill>
              </a:defRPr>
            </a:lvl4pPr>
            <a:lvl5pPr>
              <a:defRPr lang="ru-RU" sz="12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2" name="Дата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/>
              <a:t>20ГГ</a:t>
            </a:r>
            <a:endParaRPr lang="ru-RU" dirty="0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BA1B0FB-D917-4C8C-928F-313BD683BF39}" type="slidenum">
              <a:rPr lang="ru-RU" smtClean="0"/>
              <a:t>‹#›</a:t>
            </a:fld>
            <a:endParaRPr lang="ru-RU" dirty="0"/>
          </a:p>
        </p:txBody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6C61DF04-D7CB-2B19-8BB9-3E90A6619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10824" y="1514007"/>
            <a:ext cx="734257" cy="760506"/>
            <a:chOff x="5243759" y="1363788"/>
            <a:chExt cx="734257" cy="760506"/>
          </a:xfrm>
        </p:grpSpPr>
        <p:sp>
          <p:nvSpPr>
            <p:cNvPr id="6" name="Полилиния 5">
              <a:extLst>
                <a:ext uri="{FF2B5EF4-FFF2-40B4-BE49-F238E27FC236}">
                  <a16:creationId xmlns:a16="http://schemas.microsoft.com/office/drawing/2014/main" id="{5DE1CC00-F893-E215-8086-65B6605C5FC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" panose="020F0502020204030204" pitchFamily="34" charset="0"/>
              </a:endParaRPr>
            </a:p>
          </p:txBody>
        </p:sp>
        <p:sp>
          <p:nvSpPr>
            <p:cNvPr id="7" name="Полилиния 6">
              <a:extLst>
                <a:ext uri="{FF2B5EF4-FFF2-40B4-BE49-F238E27FC236}">
                  <a16:creationId xmlns:a16="http://schemas.microsoft.com/office/drawing/2014/main" id="{6EBF50D9-F9B8-ADB3-8B4A-AF19564EE6EB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" panose="020F0502020204030204" pitchFamily="34" charset="0"/>
              </a:endParaRPr>
            </a:p>
          </p:txBody>
        </p:sp>
        <p:sp>
          <p:nvSpPr>
            <p:cNvPr id="8" name="Полилиния 8">
              <a:extLst>
                <a:ext uri="{FF2B5EF4-FFF2-40B4-BE49-F238E27FC236}">
                  <a16:creationId xmlns:a16="http://schemas.microsoft.com/office/drawing/2014/main" id="{80BE1060-7183-58F8-EEBF-64135EE82BC5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" panose="020F0502020204030204" pitchFamily="34" charset="0"/>
              </a:endParaRPr>
            </a:p>
          </p:txBody>
        </p:sp>
      </p:grpSp>
      <p:sp>
        <p:nvSpPr>
          <p:cNvPr id="11" name="Овал 10">
            <a:extLst>
              <a:ext uri="{FF2B5EF4-FFF2-40B4-BE49-F238E27FC236}">
                <a16:creationId xmlns:a16="http://schemas.microsoft.com/office/drawing/2014/main" id="{E597A3BE-0D13-9033-E3FD-78202DB799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0168304" y="385236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</a:endParaRPr>
          </a:p>
        </p:txBody>
      </p:sp>
      <p:grpSp>
        <p:nvGrpSpPr>
          <p:cNvPr id="12" name="Группа 11">
            <a:extLst>
              <a:ext uri="{FF2B5EF4-FFF2-40B4-BE49-F238E27FC236}">
                <a16:creationId xmlns:a16="http://schemas.microsoft.com/office/drawing/2014/main" id="{D8867D9A-3F3B-94C3-244B-0006226AEF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063019" y="3199533"/>
            <a:ext cx="3597052" cy="2615018"/>
            <a:chOff x="4541453" y="3199533"/>
            <a:chExt cx="3597052" cy="2615018"/>
          </a:xfrm>
        </p:grpSpPr>
        <p:sp>
          <p:nvSpPr>
            <p:cNvPr id="13" name="Полилиния: фигура 38">
              <a:extLst>
                <a:ext uri="{FF2B5EF4-FFF2-40B4-BE49-F238E27FC236}">
                  <a16:creationId xmlns:a16="http://schemas.microsoft.com/office/drawing/2014/main" id="{955FC3D1-6227-A188-CCDB-11D573FD807A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602175" y="3958416"/>
              <a:ext cx="3536330" cy="1853969"/>
            </a:xfrm>
            <a:custGeom>
              <a:avLst/>
              <a:gdLst>
                <a:gd name="connsiteX0" fmla="*/ 3536330 w 3536330"/>
                <a:gd name="connsiteY0" fmla="*/ 1853969 h 1853969"/>
                <a:gd name="connsiteX1" fmla="*/ 1682362 w 3536330"/>
                <a:gd name="connsiteY1" fmla="*/ 0 h 1853969"/>
                <a:gd name="connsiteX2" fmla="*/ 52157 w 3536330"/>
                <a:gd name="connsiteY2" fmla="*/ 970257 h 1853969"/>
                <a:gd name="connsiteX3" fmla="*/ 0 w 3536330"/>
                <a:gd name="connsiteY3" fmla="*/ 1078528 h 1853969"/>
                <a:gd name="connsiteX4" fmla="*/ 757215 w 3536330"/>
                <a:gd name="connsiteY4" fmla="*/ 1835743 h 1853969"/>
                <a:gd name="connsiteX5" fmla="*/ 774211 w 3536330"/>
                <a:gd name="connsiteY5" fmla="*/ 1667149 h 1853969"/>
                <a:gd name="connsiteX6" fmla="*/ 1682362 w 3536330"/>
                <a:gd name="connsiteY6" fmla="*/ 926985 h 1853969"/>
                <a:gd name="connsiteX7" fmla="*/ 2609345 w 3536330"/>
                <a:gd name="connsiteY7" fmla="*/ 1853969 h 1853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36330" h="1853969">
                  <a:moveTo>
                    <a:pt x="3536330" y="1853969"/>
                  </a:moveTo>
                  <a:cubicBezTo>
                    <a:pt x="3536330" y="830051"/>
                    <a:pt x="2706280" y="0"/>
                    <a:pt x="1682362" y="0"/>
                  </a:cubicBezTo>
                  <a:cubicBezTo>
                    <a:pt x="978418" y="0"/>
                    <a:pt x="366107" y="392328"/>
                    <a:pt x="52157" y="970257"/>
                  </a:cubicBezTo>
                  <a:lnTo>
                    <a:pt x="0" y="1078528"/>
                  </a:lnTo>
                  <a:lnTo>
                    <a:pt x="757215" y="1835743"/>
                  </a:lnTo>
                  <a:lnTo>
                    <a:pt x="774211" y="1667149"/>
                  </a:lnTo>
                  <a:cubicBezTo>
                    <a:pt x="860649" y="1244739"/>
                    <a:pt x="1234397" y="926985"/>
                    <a:pt x="1682362" y="926985"/>
                  </a:cubicBezTo>
                  <a:cubicBezTo>
                    <a:pt x="2194320" y="926985"/>
                    <a:pt x="2609345" y="1342010"/>
                    <a:pt x="2609345" y="1853969"/>
                  </a:cubicBezTo>
                  <a:close/>
                </a:path>
              </a:pathLst>
            </a:custGeom>
            <a:gradFill flip="none" rotWithShape="1">
              <a:gsLst>
                <a:gs pos="97000">
                  <a:schemeClr val="bg2"/>
                </a:gs>
                <a:gs pos="31000">
                  <a:schemeClr val="bg2">
                    <a:lumMod val="90000"/>
                    <a:lumOff val="10000"/>
                  </a:schemeClr>
                </a:gs>
              </a:gsLst>
              <a:lin ang="15000000" scaled="0"/>
              <a:tileRect/>
            </a:gradFill>
            <a:ln>
              <a:noFill/>
            </a:ln>
            <a:effectLst>
              <a:innerShdw blurRad="355600" dist="101600" dir="16200000">
                <a:schemeClr val="accent1">
                  <a:lumMod val="60000"/>
                  <a:lumOff val="40000"/>
                  <a:alpha val="8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" panose="020F0502020204030204" pitchFamily="34" charset="0"/>
              </a:endParaRPr>
            </a:p>
          </p:txBody>
        </p:sp>
        <p:grpSp>
          <p:nvGrpSpPr>
            <p:cNvPr id="14" name="Группа 13">
              <a:extLst>
                <a:ext uri="{FF2B5EF4-FFF2-40B4-BE49-F238E27FC236}">
                  <a16:creationId xmlns:a16="http://schemas.microsoft.com/office/drawing/2014/main" id="{AE6BE70E-C41E-449D-A48C-4EB6BB7DC20D}"/>
                </a:ext>
              </a:extLst>
            </p:cNvPr>
            <p:cNvGrpSpPr/>
            <p:nvPr/>
          </p:nvGrpSpPr>
          <p:grpSpPr>
            <a:xfrm>
              <a:off x="4541453" y="3199533"/>
              <a:ext cx="3478701" cy="2615018"/>
              <a:chOff x="-481151" y="3199533"/>
              <a:chExt cx="3478701" cy="2615018"/>
            </a:xfrm>
          </p:grpSpPr>
          <p:sp>
            <p:nvSpPr>
              <p:cNvPr id="15" name="Полилиния: фигура 32">
                <a:extLst>
                  <a:ext uri="{FF2B5EF4-FFF2-40B4-BE49-F238E27FC236}">
                    <a16:creationId xmlns:a16="http://schemas.microsoft.com/office/drawing/2014/main" id="{B7C0B12B-49BE-7855-18FB-8583C8DD9617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 rot="18900000" flipV="1">
                <a:off x="-481151" y="3649708"/>
                <a:ext cx="3478701" cy="2164843"/>
              </a:xfrm>
              <a:custGeom>
                <a:avLst/>
                <a:gdLst>
                  <a:gd name="connsiteX0" fmla="*/ 3478701 w 3478701"/>
                  <a:gd name="connsiteY0" fmla="*/ 2164843 h 2164843"/>
                  <a:gd name="connsiteX1" fmla="*/ 1624733 w 3478701"/>
                  <a:gd name="connsiteY1" fmla="*/ 0 h 2164843"/>
                  <a:gd name="connsiteX2" fmla="*/ 87393 w 3478701"/>
                  <a:gd name="connsiteY2" fmla="*/ 954459 h 2164843"/>
                  <a:gd name="connsiteX3" fmla="*/ 0 w 3478701"/>
                  <a:gd name="connsiteY3" fmla="*/ 1122434 h 2164843"/>
                  <a:gd name="connsiteX4" fmla="*/ 736015 w 3478701"/>
                  <a:gd name="connsiteY4" fmla="*/ 1858449 h 2164843"/>
                  <a:gd name="connsiteX5" fmla="*/ 739424 w 3478701"/>
                  <a:gd name="connsiteY5" fmla="*/ 1842964 h 2164843"/>
                  <a:gd name="connsiteX6" fmla="*/ 1624733 w 3478701"/>
                  <a:gd name="connsiteY6" fmla="*/ 1082422 h 2164843"/>
                  <a:gd name="connsiteX7" fmla="*/ 2551716 w 3478701"/>
                  <a:gd name="connsiteY7" fmla="*/ 2164843 h 21648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78701" h="2164843">
                    <a:moveTo>
                      <a:pt x="3478701" y="2164843"/>
                    </a:moveTo>
                    <a:cubicBezTo>
                      <a:pt x="3478701" y="969234"/>
                      <a:pt x="2648651" y="0"/>
                      <a:pt x="1624733" y="0"/>
                    </a:cubicBezTo>
                    <a:cubicBezTo>
                      <a:pt x="984784" y="0"/>
                      <a:pt x="420564" y="378607"/>
                      <a:pt x="87393" y="954459"/>
                    </a:cubicBezTo>
                    <a:lnTo>
                      <a:pt x="0" y="1122434"/>
                    </a:lnTo>
                    <a:lnTo>
                      <a:pt x="736015" y="1858449"/>
                    </a:lnTo>
                    <a:lnTo>
                      <a:pt x="739424" y="1842964"/>
                    </a:lnTo>
                    <a:cubicBezTo>
                      <a:pt x="856791" y="1402344"/>
                      <a:pt x="1208766" y="1082422"/>
                      <a:pt x="1624733" y="1082422"/>
                    </a:cubicBezTo>
                    <a:cubicBezTo>
                      <a:pt x="2136692" y="1082422"/>
                      <a:pt x="2551716" y="1567038"/>
                      <a:pt x="2551716" y="2164843"/>
                    </a:cubicBezTo>
                    <a:close/>
                  </a:path>
                </a:pathLst>
              </a:custGeom>
              <a:solidFill>
                <a:schemeClr val="bg2">
                  <a:lumMod val="50000"/>
                  <a:lumOff val="50000"/>
                  <a:alpha val="40000"/>
                </a:schemeClr>
              </a:solidFill>
              <a:ln>
                <a:noFill/>
              </a:ln>
              <a:effectLst>
                <a:softEdge rad="3810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ru-RU"/>
                </a:defPPr>
              </a:lstStyle>
              <a:p>
                <a:pPr algn="ctr" rtl="0"/>
                <a:endParaRPr lang="ru-RU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16" name="Овал 15">
                <a:extLst>
                  <a:ext uri="{FF2B5EF4-FFF2-40B4-BE49-F238E27FC236}">
                    <a16:creationId xmlns:a16="http://schemas.microsoft.com/office/drawing/2014/main" id="{67C78A37-D378-70D3-D6E3-AB9400EB583E}"/>
                  </a:ext>
                </a:extLst>
              </p:cNvPr>
              <p:cNvSpPr/>
              <p:nvPr userDrawn="1"/>
            </p:nvSpPr>
            <p:spPr>
              <a:xfrm rot="13500000" flipV="1">
                <a:off x="1512277" y="2840042"/>
                <a:ext cx="214196" cy="933178"/>
              </a:xfrm>
              <a:prstGeom prst="ellipse">
                <a:avLst/>
              </a:prstGeom>
              <a:solidFill>
                <a:schemeClr val="bg2">
                  <a:lumMod val="90000"/>
                  <a:lumOff val="10000"/>
                </a:schemeClr>
              </a:solidFill>
              <a:ln>
                <a:noFill/>
              </a:ln>
              <a:effectLst>
                <a:innerShdw blurRad="1270000" dist="2540000">
                  <a:schemeClr val="accent1">
                    <a:lumMod val="60000"/>
                    <a:lumOff val="40000"/>
                    <a:alpha val="0"/>
                  </a:scheme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ru-RU"/>
                </a:defPPr>
              </a:lstStyle>
              <a:p>
                <a:pPr algn="ctr" rtl="0"/>
                <a:endParaRPr lang="ru-RU" dirty="0">
                  <a:latin typeface="Calibri" panose="020F0502020204030204" pitchFamily="34" charset="0"/>
                </a:endParaRPr>
              </a:p>
            </p:txBody>
          </p:sp>
        </p:grpSp>
      </p:grpSp>
      <p:grpSp>
        <p:nvGrpSpPr>
          <p:cNvPr id="17" name="Группа 16">
            <a:extLst>
              <a:ext uri="{FF2B5EF4-FFF2-40B4-BE49-F238E27FC236}">
                <a16:creationId xmlns:a16="http://schemas.microsoft.com/office/drawing/2014/main" id="{02491172-466F-19CC-B639-A1C3CAB1D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690545" y="4100655"/>
            <a:ext cx="1335600" cy="1262947"/>
            <a:chOff x="10145015" y="2343978"/>
            <a:chExt cx="1335600" cy="1262947"/>
          </a:xfrm>
        </p:grpSpPr>
        <p:sp>
          <p:nvSpPr>
            <p:cNvPr id="18" name="Полилиния: Фигура 25">
              <a:extLst>
                <a:ext uri="{FF2B5EF4-FFF2-40B4-BE49-F238E27FC236}">
                  <a16:creationId xmlns:a16="http://schemas.microsoft.com/office/drawing/2014/main" id="{45EC885D-265C-397B-5DAF-57A66CDA30B5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400615" y="2343978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732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" panose="020F0502020204030204" pitchFamily="34" charset="0"/>
              </a:endParaRPr>
            </a:p>
          </p:txBody>
        </p:sp>
        <p:sp>
          <p:nvSpPr>
            <p:cNvPr id="19" name="Овал 18">
              <a:extLst>
                <a:ext uri="{FF2B5EF4-FFF2-40B4-BE49-F238E27FC236}">
                  <a16:creationId xmlns:a16="http://schemas.microsoft.com/office/drawing/2014/main" id="{3601DB21-D937-2F89-DC26-063DFC7800C8}"/>
                </a:ext>
              </a:extLst>
            </p:cNvPr>
            <p:cNvSpPr/>
            <p:nvPr/>
          </p:nvSpPr>
          <p:spPr>
            <a:xfrm rot="13500000">
              <a:off x="10415015" y="21798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0">
                  <a:schemeClr val="bg2">
                    <a:lumMod val="75000"/>
                    <a:lumOff val="25000"/>
                    <a:alpha val="33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583325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076C4EAC-BBDE-1963-BD72-3BD2A47DC59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50863" y="4045464"/>
            <a:ext cx="11115355" cy="2286000"/>
          </a:xfrm>
        </p:spPr>
        <p:txBody>
          <a:bodyPr rtlCol="0" anchor="ctr">
            <a:noAutofit/>
          </a:bodyPr>
          <a:lstStyle>
            <a:lvl1pPr algn="l">
              <a:defRPr lang="ru-RU" sz="54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8" name="Рисунок 7">
            <a:extLst>
              <a:ext uri="{FF2B5EF4-FFF2-40B4-BE49-F238E27FC236}">
                <a16:creationId xmlns:a16="http://schemas.microsoft.com/office/drawing/2014/main" id="{E592AF4F-2F83-7005-B3AC-6FCC7FB1914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4594"/>
            <a:ext cx="12192000" cy="3771878"/>
          </a:xfrm>
        </p:spPr>
        <p:txBody>
          <a:bodyPr rtlCol="0">
            <a:noAutofit/>
          </a:bodyPr>
          <a:lstStyle>
            <a:lvl1pPr marL="0" indent="0" algn="ctr">
              <a:buNone/>
              <a:defRPr lang="ru-RU" sz="2000"/>
            </a:lvl1pPr>
          </a:lstStyle>
          <a:p>
            <a:pPr rtl="0"/>
            <a:r>
              <a:rPr lang="ru-RU"/>
              <a:t>Щелкните значок, чтобы вставить рисунок</a:t>
            </a:r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57BF9F63-86BE-5515-AD3C-59481B3FF4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225773" y="385222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</a:endParaRP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/>
              <a:t>20ГГ</a:t>
            </a:r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CBD12358-51D2-46B3-9BDE-DF29528B9454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28997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C87E98C0-6053-9701-92D0-4EF9ADBC5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9063019" y="746716"/>
            <a:ext cx="3597052" cy="2615018"/>
            <a:chOff x="4541453" y="3199533"/>
            <a:chExt cx="3597052" cy="2615018"/>
          </a:xfrm>
        </p:grpSpPr>
        <p:sp>
          <p:nvSpPr>
            <p:cNvPr id="8" name="Полилиния: фигура 38">
              <a:extLst>
                <a:ext uri="{FF2B5EF4-FFF2-40B4-BE49-F238E27FC236}">
                  <a16:creationId xmlns:a16="http://schemas.microsoft.com/office/drawing/2014/main" id="{C32B1A1D-760B-9D3D-A869-E50FC962A629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602175" y="3958416"/>
              <a:ext cx="3536330" cy="1853969"/>
            </a:xfrm>
            <a:custGeom>
              <a:avLst/>
              <a:gdLst>
                <a:gd name="connsiteX0" fmla="*/ 3536330 w 3536330"/>
                <a:gd name="connsiteY0" fmla="*/ 1853969 h 1853969"/>
                <a:gd name="connsiteX1" fmla="*/ 1682362 w 3536330"/>
                <a:gd name="connsiteY1" fmla="*/ 0 h 1853969"/>
                <a:gd name="connsiteX2" fmla="*/ 52157 w 3536330"/>
                <a:gd name="connsiteY2" fmla="*/ 970257 h 1853969"/>
                <a:gd name="connsiteX3" fmla="*/ 0 w 3536330"/>
                <a:gd name="connsiteY3" fmla="*/ 1078528 h 1853969"/>
                <a:gd name="connsiteX4" fmla="*/ 757215 w 3536330"/>
                <a:gd name="connsiteY4" fmla="*/ 1835743 h 1853969"/>
                <a:gd name="connsiteX5" fmla="*/ 774211 w 3536330"/>
                <a:gd name="connsiteY5" fmla="*/ 1667149 h 1853969"/>
                <a:gd name="connsiteX6" fmla="*/ 1682362 w 3536330"/>
                <a:gd name="connsiteY6" fmla="*/ 926985 h 1853969"/>
                <a:gd name="connsiteX7" fmla="*/ 2609345 w 3536330"/>
                <a:gd name="connsiteY7" fmla="*/ 1853969 h 1853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36330" h="1853969">
                  <a:moveTo>
                    <a:pt x="3536330" y="1853969"/>
                  </a:moveTo>
                  <a:cubicBezTo>
                    <a:pt x="3536330" y="830051"/>
                    <a:pt x="2706280" y="0"/>
                    <a:pt x="1682362" y="0"/>
                  </a:cubicBezTo>
                  <a:cubicBezTo>
                    <a:pt x="978418" y="0"/>
                    <a:pt x="366107" y="392328"/>
                    <a:pt x="52157" y="970257"/>
                  </a:cubicBezTo>
                  <a:lnTo>
                    <a:pt x="0" y="1078528"/>
                  </a:lnTo>
                  <a:lnTo>
                    <a:pt x="757215" y="1835743"/>
                  </a:lnTo>
                  <a:lnTo>
                    <a:pt x="774211" y="1667149"/>
                  </a:lnTo>
                  <a:cubicBezTo>
                    <a:pt x="860649" y="1244739"/>
                    <a:pt x="1234397" y="926985"/>
                    <a:pt x="1682362" y="926985"/>
                  </a:cubicBezTo>
                  <a:cubicBezTo>
                    <a:pt x="2194320" y="926985"/>
                    <a:pt x="2609345" y="1342010"/>
                    <a:pt x="2609345" y="1853969"/>
                  </a:cubicBezTo>
                  <a:close/>
                </a:path>
              </a:pathLst>
            </a:custGeom>
            <a:gradFill flip="none" rotWithShape="1">
              <a:gsLst>
                <a:gs pos="97000">
                  <a:schemeClr val="bg2"/>
                </a:gs>
                <a:gs pos="31000">
                  <a:schemeClr val="bg2">
                    <a:lumMod val="90000"/>
                    <a:lumOff val="10000"/>
                  </a:schemeClr>
                </a:gs>
              </a:gsLst>
              <a:lin ang="15000000" scaled="0"/>
              <a:tileRect/>
            </a:gradFill>
            <a:ln>
              <a:noFill/>
            </a:ln>
            <a:effectLst>
              <a:innerShdw blurRad="355600" dist="101600" dir="16200000">
                <a:schemeClr val="accent1">
                  <a:lumMod val="60000"/>
                  <a:lumOff val="40000"/>
                  <a:alpha val="8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" panose="020F0502020204030204" pitchFamily="34" charset="0"/>
              </a:endParaRPr>
            </a:p>
          </p:txBody>
        </p:sp>
        <p:grpSp>
          <p:nvGrpSpPr>
            <p:cNvPr id="9" name="Группа 8">
              <a:extLst>
                <a:ext uri="{FF2B5EF4-FFF2-40B4-BE49-F238E27FC236}">
                  <a16:creationId xmlns:a16="http://schemas.microsoft.com/office/drawing/2014/main" id="{D02EF78B-5BDF-8632-B9B1-087DB042EEC7}"/>
                </a:ext>
              </a:extLst>
            </p:cNvPr>
            <p:cNvGrpSpPr/>
            <p:nvPr/>
          </p:nvGrpSpPr>
          <p:grpSpPr>
            <a:xfrm>
              <a:off x="4541453" y="3199533"/>
              <a:ext cx="3478701" cy="2615018"/>
              <a:chOff x="-481151" y="3199533"/>
              <a:chExt cx="3478701" cy="2615018"/>
            </a:xfrm>
          </p:grpSpPr>
          <p:sp>
            <p:nvSpPr>
              <p:cNvPr id="10" name="Полилиния: фигура 32">
                <a:extLst>
                  <a:ext uri="{FF2B5EF4-FFF2-40B4-BE49-F238E27FC236}">
                    <a16:creationId xmlns:a16="http://schemas.microsoft.com/office/drawing/2014/main" id="{5C54B3E8-515B-0865-9321-DB3793A62240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 rot="18900000" flipV="1">
                <a:off x="-481151" y="3649708"/>
                <a:ext cx="3478701" cy="2164843"/>
              </a:xfrm>
              <a:custGeom>
                <a:avLst/>
                <a:gdLst>
                  <a:gd name="connsiteX0" fmla="*/ 3478701 w 3478701"/>
                  <a:gd name="connsiteY0" fmla="*/ 2164843 h 2164843"/>
                  <a:gd name="connsiteX1" fmla="*/ 1624733 w 3478701"/>
                  <a:gd name="connsiteY1" fmla="*/ 0 h 2164843"/>
                  <a:gd name="connsiteX2" fmla="*/ 87393 w 3478701"/>
                  <a:gd name="connsiteY2" fmla="*/ 954459 h 2164843"/>
                  <a:gd name="connsiteX3" fmla="*/ 0 w 3478701"/>
                  <a:gd name="connsiteY3" fmla="*/ 1122434 h 2164843"/>
                  <a:gd name="connsiteX4" fmla="*/ 736015 w 3478701"/>
                  <a:gd name="connsiteY4" fmla="*/ 1858449 h 2164843"/>
                  <a:gd name="connsiteX5" fmla="*/ 739424 w 3478701"/>
                  <a:gd name="connsiteY5" fmla="*/ 1842964 h 2164843"/>
                  <a:gd name="connsiteX6" fmla="*/ 1624733 w 3478701"/>
                  <a:gd name="connsiteY6" fmla="*/ 1082422 h 2164843"/>
                  <a:gd name="connsiteX7" fmla="*/ 2551716 w 3478701"/>
                  <a:gd name="connsiteY7" fmla="*/ 2164843 h 21648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78701" h="2164843">
                    <a:moveTo>
                      <a:pt x="3478701" y="2164843"/>
                    </a:moveTo>
                    <a:cubicBezTo>
                      <a:pt x="3478701" y="969234"/>
                      <a:pt x="2648651" y="0"/>
                      <a:pt x="1624733" y="0"/>
                    </a:cubicBezTo>
                    <a:cubicBezTo>
                      <a:pt x="984784" y="0"/>
                      <a:pt x="420564" y="378607"/>
                      <a:pt x="87393" y="954459"/>
                    </a:cubicBezTo>
                    <a:lnTo>
                      <a:pt x="0" y="1122434"/>
                    </a:lnTo>
                    <a:lnTo>
                      <a:pt x="736015" y="1858449"/>
                    </a:lnTo>
                    <a:lnTo>
                      <a:pt x="739424" y="1842964"/>
                    </a:lnTo>
                    <a:cubicBezTo>
                      <a:pt x="856791" y="1402344"/>
                      <a:pt x="1208766" y="1082422"/>
                      <a:pt x="1624733" y="1082422"/>
                    </a:cubicBezTo>
                    <a:cubicBezTo>
                      <a:pt x="2136692" y="1082422"/>
                      <a:pt x="2551716" y="1567038"/>
                      <a:pt x="2551716" y="2164843"/>
                    </a:cubicBezTo>
                    <a:close/>
                  </a:path>
                </a:pathLst>
              </a:custGeom>
              <a:solidFill>
                <a:schemeClr val="bg2">
                  <a:lumMod val="50000"/>
                  <a:lumOff val="50000"/>
                  <a:alpha val="40000"/>
                </a:schemeClr>
              </a:solidFill>
              <a:ln>
                <a:noFill/>
              </a:ln>
              <a:effectLst>
                <a:softEdge rad="3810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ru-RU"/>
                </a:defPPr>
              </a:lstStyle>
              <a:p>
                <a:pPr algn="ctr" rtl="0"/>
                <a:endParaRPr lang="ru-RU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11" name="Овал 10">
                <a:extLst>
                  <a:ext uri="{FF2B5EF4-FFF2-40B4-BE49-F238E27FC236}">
                    <a16:creationId xmlns:a16="http://schemas.microsoft.com/office/drawing/2014/main" id="{56E92718-2CCD-B15D-8DE5-46285BEA256B}"/>
                  </a:ext>
                </a:extLst>
              </p:cNvPr>
              <p:cNvSpPr/>
              <p:nvPr userDrawn="1"/>
            </p:nvSpPr>
            <p:spPr>
              <a:xfrm rot="13500000" flipV="1">
                <a:off x="1512277" y="2840042"/>
                <a:ext cx="214196" cy="933178"/>
              </a:xfrm>
              <a:prstGeom prst="ellipse">
                <a:avLst/>
              </a:prstGeom>
              <a:solidFill>
                <a:schemeClr val="bg2">
                  <a:lumMod val="90000"/>
                  <a:lumOff val="10000"/>
                </a:schemeClr>
              </a:solidFill>
              <a:ln>
                <a:noFill/>
              </a:ln>
              <a:effectLst>
                <a:innerShdw blurRad="1270000" dist="2540000">
                  <a:schemeClr val="accent1">
                    <a:lumMod val="60000"/>
                    <a:lumOff val="40000"/>
                    <a:alpha val="0"/>
                  </a:scheme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ru-RU"/>
                </a:defPPr>
              </a:lstStyle>
              <a:p>
                <a:pPr algn="ctr" rtl="0"/>
                <a:endParaRPr lang="ru-RU" dirty="0">
                  <a:latin typeface="Calibri" panose="020F0502020204030204" pitchFamily="34" charset="0"/>
                </a:endParaRPr>
              </a:p>
            </p:txBody>
          </p:sp>
        </p:grpSp>
      </p:grpSp>
      <p:grpSp>
        <p:nvGrpSpPr>
          <p:cNvPr id="19" name="Группа 18">
            <a:extLst>
              <a:ext uri="{FF2B5EF4-FFF2-40B4-BE49-F238E27FC236}">
                <a16:creationId xmlns:a16="http://schemas.microsoft.com/office/drawing/2014/main" id="{AEA0B78B-84F0-8B85-40E8-678689DC13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723112" y="5088958"/>
            <a:ext cx="1335600" cy="1262947"/>
            <a:chOff x="10145015" y="2343978"/>
            <a:chExt cx="1335600" cy="1262947"/>
          </a:xfrm>
        </p:grpSpPr>
        <p:sp>
          <p:nvSpPr>
            <p:cNvPr id="20" name="Полилиния: Фигура 25">
              <a:extLst>
                <a:ext uri="{FF2B5EF4-FFF2-40B4-BE49-F238E27FC236}">
                  <a16:creationId xmlns:a16="http://schemas.microsoft.com/office/drawing/2014/main" id="{2E5D7C6F-BF77-9B7D-5B12-7AF3ED280B43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400615" y="2343978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732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" panose="020F0502020204030204" pitchFamily="34" charset="0"/>
              </a:endParaRPr>
            </a:p>
          </p:txBody>
        </p:sp>
        <p:sp>
          <p:nvSpPr>
            <p:cNvPr id="21" name="Овал 20">
              <a:extLst>
                <a:ext uri="{FF2B5EF4-FFF2-40B4-BE49-F238E27FC236}">
                  <a16:creationId xmlns:a16="http://schemas.microsoft.com/office/drawing/2014/main" id="{FA599EE6-2673-0AD8-EAE0-45C79326015E}"/>
                </a:ext>
              </a:extLst>
            </p:cNvPr>
            <p:cNvSpPr/>
            <p:nvPr/>
          </p:nvSpPr>
          <p:spPr>
            <a:xfrm rot="13500000">
              <a:off x="10415015" y="21798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0">
                  <a:schemeClr val="bg2">
                    <a:lumMod val="75000"/>
                    <a:lumOff val="25000"/>
                    <a:alpha val="33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" panose="020F0502020204030204" pitchFamily="34" charset="0"/>
              </a:endParaRPr>
            </a:p>
          </p:txBody>
        </p:sp>
      </p:grpSp>
      <p:grpSp>
        <p:nvGrpSpPr>
          <p:cNvPr id="12" name="Группа 11">
            <a:extLst>
              <a:ext uri="{FF2B5EF4-FFF2-40B4-BE49-F238E27FC236}">
                <a16:creationId xmlns:a16="http://schemas.microsoft.com/office/drawing/2014/main" id="{3BDBC526-6DCD-4FF6-8395-D8C22E46E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13" name="Полилиния: Фигура 12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4" name="Овал 13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" panose="020F0502020204030204" pitchFamily="34" charset="0"/>
              </a:endParaRPr>
            </a:p>
          </p:txBody>
        </p:sp>
        <p:sp>
          <p:nvSpPr>
            <p:cNvPr id="15" name="Овал 14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" panose="020F0502020204030204" pitchFamily="34" charset="0"/>
              </a:endParaRPr>
            </a:p>
          </p:txBody>
        </p:sp>
        <p:sp>
          <p:nvSpPr>
            <p:cNvPr id="16" name="Полилиния: фигура 15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A4B040-51E3-4DA0-B21D-EEE173E753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2" y="498474"/>
            <a:ext cx="7960421" cy="1450217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ru-RU" sz="4000" dirty="0"/>
            </a:lvl1pPr>
          </a:lstStyle>
          <a:p>
            <a:pPr lvl="0" rtl="0">
              <a:lnSpc>
                <a:spcPct val="100000"/>
              </a:lnSpc>
            </a:pPr>
            <a:r>
              <a:rPr lang="ru-RU"/>
              <a:t>Заголовок слайда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8A2CD90-429B-4A55-B6C8-DD6CE699411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81343" y="2103039"/>
            <a:ext cx="7929940" cy="3979625"/>
          </a:xfrm>
        </p:spPr>
        <p:txBody>
          <a:bodyPr rtlCol="0">
            <a:normAutofit/>
          </a:bodyPr>
          <a:lstStyle>
            <a:lvl1pPr>
              <a:defRPr lang="ru-RU" sz="1800">
                <a:solidFill>
                  <a:schemeClr val="tx1"/>
                </a:solidFill>
              </a:defRPr>
            </a:lvl1pPr>
            <a:lvl2pPr>
              <a:defRPr lang="ru-RU" sz="1200">
                <a:solidFill>
                  <a:schemeClr val="tx1"/>
                </a:solidFill>
              </a:defRPr>
            </a:lvl2pPr>
            <a:lvl3pPr>
              <a:defRPr lang="ru-RU" sz="1200">
                <a:solidFill>
                  <a:schemeClr val="tx1"/>
                </a:solidFill>
              </a:defRPr>
            </a:lvl3pPr>
            <a:lvl4pPr>
              <a:defRPr lang="ru-RU" sz="1200">
                <a:solidFill>
                  <a:schemeClr val="tx1"/>
                </a:solidFill>
              </a:defRPr>
            </a:lvl4pPr>
            <a:lvl5pPr>
              <a:defRPr lang="ru-RU" sz="12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D4EE704-5DCA-484E-85E0-0E3A7B1C5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/>
              <a:t>20ГГ</a:t>
            </a:r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CA69B66-1C18-44A2-93F7-97DED26F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E44B5A0-66FA-433A-8DC5-C097C63B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BA1B0FB-D917-4C8C-928F-313BD683BF39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609946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Заголовок + под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Рисунок 7">
            <a:extLst>
              <a:ext uri="{FF2B5EF4-FFF2-40B4-BE49-F238E27FC236}">
                <a16:creationId xmlns:a16="http://schemas.microsoft.com/office/drawing/2014/main" id="{096D26C0-4AFC-33CC-99BE-317E9A84435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</p:spPr>
        <p:txBody>
          <a:bodyPr rtlCol="0"/>
          <a:lstStyle>
            <a:lvl1pPr marL="0" indent="0" algn="ctr">
              <a:buNone/>
              <a:defRPr lang="ru-RU" sz="2000"/>
            </a:lvl1pPr>
          </a:lstStyle>
          <a:p>
            <a:pPr rtl="0"/>
            <a:r>
              <a:rPr lang="ru-RU"/>
              <a:t>Щелкните значок, чтобы вставить рисунок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376680"/>
            <a:ext cx="9144000" cy="2286000"/>
          </a:xfrm>
        </p:spPr>
        <p:txBody>
          <a:bodyPr rtlCol="0" anchor="b">
            <a:noAutofit/>
          </a:bodyPr>
          <a:lstStyle>
            <a:lvl1pPr algn="ctr">
              <a:defRPr lang="ru-RU" sz="54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799840"/>
            <a:ext cx="9144000" cy="2286000"/>
          </a:xfrm>
        </p:spPr>
        <p:txBody>
          <a:bodyPr rtlCol="0">
            <a:noAutofit/>
          </a:bodyPr>
          <a:lstStyle>
            <a:lvl1pPr marL="0" indent="0" algn="ctr">
              <a:buNone/>
              <a:defRPr lang="ru-RU" sz="1800">
                <a:solidFill>
                  <a:schemeClr val="tx1"/>
                </a:solidFill>
              </a:defRPr>
            </a:lvl1pPr>
            <a:lvl2pPr marL="457200" indent="0" algn="ctr">
              <a:buNone/>
              <a:defRPr lang="ru-RU" sz="2000"/>
            </a:lvl2pPr>
            <a:lvl3pPr marL="914400" indent="0" algn="ctr">
              <a:buNone/>
              <a:defRPr lang="ru-RU" sz="1800"/>
            </a:lvl3pPr>
            <a:lvl4pPr marL="1371600" indent="0" algn="ctr">
              <a:buNone/>
              <a:defRPr lang="ru-RU" sz="1600"/>
            </a:lvl4pPr>
            <a:lvl5pPr marL="1828800" indent="0" algn="ctr">
              <a:buNone/>
              <a:defRPr lang="ru-RU" sz="1600"/>
            </a:lvl5pPr>
            <a:lvl6pPr marL="2286000" indent="0" algn="ctr">
              <a:buNone/>
              <a:defRPr lang="ru-RU" sz="1600"/>
            </a:lvl6pPr>
            <a:lvl7pPr marL="2743200" indent="0" algn="ctr">
              <a:buNone/>
              <a:defRPr lang="ru-RU" sz="1600"/>
            </a:lvl7pPr>
            <a:lvl8pPr marL="3200400" indent="0" algn="ctr">
              <a:buNone/>
              <a:defRPr lang="ru-RU" sz="1600"/>
            </a:lvl8pPr>
            <a:lvl9pPr marL="3657600" indent="0" algn="ctr">
              <a:buNone/>
              <a:defRPr lang="ru-RU" sz="1600"/>
            </a:lvl9pPr>
          </a:lstStyle>
          <a:p>
            <a:pPr rtl="0"/>
            <a:r>
              <a:rPr lang="ru-RU"/>
              <a:t>Подзаголовок слайда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0070940-5919-2C95-2278-32E50BF14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/>
              <a:t>20ГГ</a:t>
            </a:r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957D599-49CF-19FE-6D86-C5EDB765F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8931DF1-1C8D-86B9-BFDD-098FFC00F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CBD12358-51D2-46B3-9BDE-DF29528B9454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35520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 содержимого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Овал 21">
            <a:extLst>
              <a:ext uri="{FF2B5EF4-FFF2-40B4-BE49-F238E27FC236}">
                <a16:creationId xmlns:a16="http://schemas.microsoft.com/office/drawing/2014/main" id="{94729CA3-91C4-4A89-9448-A2F0E40917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1069864" y="33337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</a:endParaRPr>
          </a:p>
        </p:txBody>
      </p:sp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168347B7-45FA-4A01-924D-DC385B720B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331786" y="5528198"/>
            <a:ext cx="631474" cy="667800"/>
            <a:chOff x="2994153" y="1378666"/>
            <a:chExt cx="631474" cy="667800"/>
          </a:xfrm>
        </p:grpSpPr>
        <p:sp>
          <p:nvSpPr>
            <p:cNvPr id="20" name="Полилиния: Фигура 19">
              <a:extLst>
                <a:ext uri="{FF2B5EF4-FFF2-40B4-BE49-F238E27FC236}">
                  <a16:creationId xmlns:a16="http://schemas.microsoft.com/office/drawing/2014/main" id="{31167DA1-25D1-4E60-A62E-42B6F56A96E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3039890" y="1332929"/>
              <a:ext cx="540000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" panose="020F0502020204030204" pitchFamily="34" charset="0"/>
              </a:endParaRPr>
            </a:p>
          </p:txBody>
        </p:sp>
        <p:sp>
          <p:nvSpPr>
            <p:cNvPr id="21" name="Овал 20">
              <a:extLst>
                <a:ext uri="{FF2B5EF4-FFF2-40B4-BE49-F238E27FC236}">
                  <a16:creationId xmlns:a16="http://schemas.microsoft.com/office/drawing/2014/main" id="{6B7B7215-A661-477E-91D0-CDBE5564D2B9}"/>
                </a:ext>
              </a:extLst>
            </p:cNvPr>
            <p:cNvSpPr/>
            <p:nvPr/>
          </p:nvSpPr>
          <p:spPr>
            <a:xfrm rot="8100000">
              <a:off x="3047090" y="1506466"/>
              <a:ext cx="270000" cy="54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" panose="020F0502020204030204" pitchFamily="34" charset="0"/>
              </a:endParaRPr>
            </a:p>
          </p:txBody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78E540-142B-4A82-9C3F-E61BC190AE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508635"/>
            <a:ext cx="11090274" cy="1332000"/>
          </a:xfrm>
        </p:spPr>
        <p:txBody>
          <a:bodyPr rtlCol="0">
            <a:normAutofit/>
          </a:bodyPr>
          <a:lstStyle>
            <a:lvl1pPr>
              <a:lnSpc>
                <a:spcPct val="100000"/>
              </a:lnSpc>
              <a:defRPr lang="ru-RU" sz="40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2C6BF36-D4F5-4363-B440-BDAE50BBD4B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50862" y="2097175"/>
            <a:ext cx="5435600" cy="3995650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buNone/>
              <a:defRPr lang="ru-RU" sz="1800">
                <a:solidFill>
                  <a:schemeClr val="tx1"/>
                </a:solidFill>
              </a:defRPr>
            </a:lvl1pPr>
            <a:lvl2pPr marL="228600">
              <a:spcBef>
                <a:spcPts val="1000"/>
              </a:spcBef>
              <a:defRPr lang="ru-RU" sz="1800">
                <a:solidFill>
                  <a:schemeClr val="tx1"/>
                </a:solidFill>
              </a:defRPr>
            </a:lvl2pPr>
            <a:lvl3pPr marL="411480" indent="-228600">
              <a:spcBef>
                <a:spcPts val="1000"/>
              </a:spcBef>
              <a:defRPr lang="ru-RU" sz="1800">
                <a:solidFill>
                  <a:schemeClr val="tx1"/>
                </a:solidFill>
              </a:defRPr>
            </a:lvl3pPr>
            <a:lvl4pPr marL="594360">
              <a:spcBef>
                <a:spcPts val="1000"/>
              </a:spcBef>
              <a:defRPr lang="ru-RU" sz="1800">
                <a:solidFill>
                  <a:schemeClr val="tx1"/>
                </a:solidFill>
              </a:defRPr>
            </a:lvl4pPr>
            <a:lvl5pPr marL="777240">
              <a:spcBef>
                <a:spcPts val="1000"/>
              </a:spcBef>
              <a:defRPr lang="ru-RU" sz="18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1" name="Объект 2">
            <a:extLst>
              <a:ext uri="{FF2B5EF4-FFF2-40B4-BE49-F238E27FC236}">
                <a16:creationId xmlns:a16="http://schemas.microsoft.com/office/drawing/2014/main" id="{6B65629D-0977-C0EA-5E0B-C4822F43DAEE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205540" y="2097175"/>
            <a:ext cx="5435600" cy="3995650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buNone/>
              <a:defRPr lang="ru-RU" sz="1800">
                <a:solidFill>
                  <a:schemeClr val="tx1"/>
                </a:solidFill>
              </a:defRPr>
            </a:lvl1pPr>
            <a:lvl2pPr marL="228600">
              <a:spcBef>
                <a:spcPts val="1000"/>
              </a:spcBef>
              <a:defRPr lang="ru-RU" sz="1800">
                <a:solidFill>
                  <a:schemeClr val="tx1"/>
                </a:solidFill>
              </a:defRPr>
            </a:lvl2pPr>
            <a:lvl3pPr marL="411480" indent="-228600">
              <a:spcBef>
                <a:spcPts val="1000"/>
              </a:spcBef>
              <a:defRPr lang="ru-RU" sz="1800">
                <a:solidFill>
                  <a:schemeClr val="tx1"/>
                </a:solidFill>
              </a:defRPr>
            </a:lvl3pPr>
            <a:lvl4pPr marL="594360">
              <a:spcBef>
                <a:spcPts val="1000"/>
              </a:spcBef>
              <a:defRPr lang="ru-RU" sz="1800">
                <a:solidFill>
                  <a:schemeClr val="tx1"/>
                </a:solidFill>
              </a:defRPr>
            </a:lvl4pPr>
            <a:lvl5pPr marL="777240">
              <a:spcBef>
                <a:spcPts val="1000"/>
              </a:spcBef>
              <a:defRPr lang="ru-RU" sz="18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B99A8AF-0998-4613-B1D8-C14ECBFFD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/>
              <a:t>20ГГ</a:t>
            </a:r>
            <a:endParaRPr lang="ru-RU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6E44EAA-B8A9-4428-A9DF-1174DA940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9E5C381-C899-4BF9-B584-2D78074D1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BA1B0FB-D917-4C8C-928F-313BD683BF39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061194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Содержимое + рисунок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0974" y="196900"/>
            <a:ext cx="4899628" cy="2331490"/>
          </a:xfrm>
        </p:spPr>
        <p:txBody>
          <a:bodyPr rtlCol="0" anchor="b" anchorCtr="0">
            <a:noAutofit/>
          </a:bodyPr>
          <a:lstStyle>
            <a:lvl1pPr algn="r">
              <a:defRPr lang="ru-RU" sz="40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83162" y="2827209"/>
            <a:ext cx="4917440" cy="3442144"/>
          </a:xfrm>
        </p:spPr>
        <p:txBody>
          <a:bodyPr rtlCol="0">
            <a:normAutofit/>
          </a:bodyPr>
          <a:lstStyle>
            <a:lvl1pPr marL="0" indent="0" algn="r">
              <a:buNone/>
              <a:defRPr lang="ru-RU" sz="1800">
                <a:solidFill>
                  <a:schemeClr val="tx1"/>
                </a:solidFill>
              </a:defRPr>
            </a:lvl1pPr>
            <a:lvl2pPr algn="r">
              <a:defRPr lang="ru-RU" sz="1200">
                <a:solidFill>
                  <a:schemeClr val="tx1"/>
                </a:solidFill>
              </a:defRPr>
            </a:lvl2pPr>
            <a:lvl3pPr algn="r">
              <a:defRPr lang="ru-RU" sz="1200">
                <a:solidFill>
                  <a:schemeClr val="tx1"/>
                </a:solidFill>
              </a:defRPr>
            </a:lvl3pPr>
            <a:lvl4pPr algn="r">
              <a:defRPr lang="ru-RU" sz="1200">
                <a:solidFill>
                  <a:schemeClr val="tx1"/>
                </a:solidFill>
              </a:defRPr>
            </a:lvl4pPr>
            <a:lvl5pPr algn="r">
              <a:defRPr lang="ru-RU" sz="12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8" name="Рисунок 7">
            <a:extLst>
              <a:ext uri="{FF2B5EF4-FFF2-40B4-BE49-F238E27FC236}">
                <a16:creationId xmlns:a16="http://schemas.microsoft.com/office/drawing/2014/main" id="{BC013AD6-0EF3-2B25-DDBD-2DF706123AE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5588" y="0"/>
            <a:ext cx="6095998" cy="6858000"/>
          </a:xfrm>
        </p:spPr>
        <p:txBody>
          <a:bodyPr rtlCol="0">
            <a:normAutofit/>
          </a:bodyPr>
          <a:lstStyle>
            <a:lvl1pPr marL="0" indent="0" algn="ctr">
              <a:buNone/>
              <a:defRPr lang="ru-RU"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ru-RU"/>
              <a:t>Вставка рисунка</a:t>
            </a: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A904CD02-7C7D-28DD-85A8-2FD92C29D3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803321" y="682622"/>
            <a:ext cx="734257" cy="760506"/>
            <a:chOff x="5243759" y="1363788"/>
            <a:chExt cx="734257" cy="760506"/>
          </a:xfrm>
        </p:grpSpPr>
        <p:sp>
          <p:nvSpPr>
            <p:cNvPr id="9" name="Полилиния 5">
              <a:extLst>
                <a:ext uri="{FF2B5EF4-FFF2-40B4-BE49-F238E27FC236}">
                  <a16:creationId xmlns:a16="http://schemas.microsoft.com/office/drawing/2014/main" id="{FB7341D0-DC30-9661-B3E0-91DE7C379468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" panose="020F0502020204030204" pitchFamily="34" charset="0"/>
              </a:endParaRPr>
            </a:p>
          </p:txBody>
        </p:sp>
        <p:sp>
          <p:nvSpPr>
            <p:cNvPr id="10" name="Полилиния 6">
              <a:extLst>
                <a:ext uri="{FF2B5EF4-FFF2-40B4-BE49-F238E27FC236}">
                  <a16:creationId xmlns:a16="http://schemas.microsoft.com/office/drawing/2014/main" id="{92A118B5-9F91-EA1B-3F95-6BFA5095544C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" panose="020F0502020204030204" pitchFamily="34" charset="0"/>
              </a:endParaRPr>
            </a:p>
          </p:txBody>
        </p:sp>
        <p:sp>
          <p:nvSpPr>
            <p:cNvPr id="11" name="Полилиния 8">
              <a:extLst>
                <a:ext uri="{FF2B5EF4-FFF2-40B4-BE49-F238E27FC236}">
                  <a16:creationId xmlns:a16="http://schemas.microsoft.com/office/drawing/2014/main" id="{208891A5-91FA-D924-CB46-E74B50635001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" panose="020F0502020204030204" pitchFamily="34" charset="0"/>
              </a:endParaRPr>
            </a:p>
          </p:txBody>
        </p:sp>
      </p:grpSp>
      <p:sp>
        <p:nvSpPr>
          <p:cNvPr id="15" name="Овал 14">
            <a:extLst>
              <a:ext uri="{FF2B5EF4-FFF2-40B4-BE49-F238E27FC236}">
                <a16:creationId xmlns:a16="http://schemas.microsoft.com/office/drawing/2014/main" id="{BE5F7483-2261-D4C4-30E3-2D379D8CA0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189378" y="5232629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5617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Содержимое + табл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550801"/>
            <a:ext cx="11090275" cy="1237360"/>
          </a:xfrm>
        </p:spPr>
        <p:txBody>
          <a:bodyPr rtlCol="0" anchor="t" anchorCtr="0">
            <a:noAutofit/>
          </a:bodyPr>
          <a:lstStyle>
            <a:lvl1pPr>
              <a:defRPr lang="ru-RU" sz="40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53720" y="1917065"/>
            <a:ext cx="2921000" cy="4297680"/>
          </a:xfrm>
        </p:spPr>
        <p:txBody>
          <a:bodyPr rtlCol="0">
            <a:normAutofit/>
          </a:bodyPr>
          <a:lstStyle>
            <a:lvl1pPr marL="0" indent="0">
              <a:buNone/>
              <a:defRPr lang="ru-RU" sz="1800">
                <a:solidFill>
                  <a:schemeClr val="tx1"/>
                </a:solidFill>
              </a:defRPr>
            </a:lvl1pPr>
            <a:lvl2pPr>
              <a:defRPr lang="ru-RU" sz="1200">
                <a:solidFill>
                  <a:schemeClr val="tx1"/>
                </a:solidFill>
              </a:defRPr>
            </a:lvl2pPr>
            <a:lvl3pPr>
              <a:defRPr lang="ru-RU" sz="1200">
                <a:solidFill>
                  <a:schemeClr val="tx1"/>
                </a:solidFill>
              </a:defRPr>
            </a:lvl3pPr>
            <a:lvl4pPr>
              <a:defRPr lang="ru-RU" sz="1200">
                <a:solidFill>
                  <a:schemeClr val="tx1"/>
                </a:solidFill>
              </a:defRPr>
            </a:lvl4pPr>
            <a:lvl5pPr>
              <a:defRPr lang="ru-RU" sz="12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8" name="Заполнитель таблицы 7">
            <a:extLst>
              <a:ext uri="{FF2B5EF4-FFF2-40B4-BE49-F238E27FC236}">
                <a16:creationId xmlns:a16="http://schemas.microsoft.com/office/drawing/2014/main" id="{423FEB60-8FB5-7F10-EDD7-8AB4B3139EF6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4048759" y="1917065"/>
            <a:ext cx="7591799" cy="4297680"/>
          </a:xfrm>
        </p:spPr>
        <p:txBody>
          <a:bodyPr rtlCol="0">
            <a:normAutofit/>
          </a:bodyPr>
          <a:lstStyle>
            <a:lvl1pPr>
              <a:defRPr lang="ru-RU"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ru-RU"/>
              <a:t>Щелкните значок, чтобы вставить таблицу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/>
              <a:t>20ГГ</a:t>
            </a:r>
            <a:endParaRPr lang="ru-RU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CBD12358-51D2-46B3-9BDE-DF29528B9454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19083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Овал 21">
            <a:extLst>
              <a:ext uri="{FF2B5EF4-FFF2-40B4-BE49-F238E27FC236}">
                <a16:creationId xmlns:a16="http://schemas.microsoft.com/office/drawing/2014/main" id="{94729CA3-91C4-4A89-9448-A2F0E40917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1069864" y="33337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78E540-142B-4A82-9C3F-E61BC190AE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488315"/>
            <a:ext cx="11090274" cy="1332000"/>
          </a:xfrm>
        </p:spPr>
        <p:txBody>
          <a:bodyPr rtlCol="0">
            <a:normAutofit/>
          </a:bodyPr>
          <a:lstStyle>
            <a:lvl1pPr>
              <a:lnSpc>
                <a:spcPct val="100000"/>
              </a:lnSpc>
              <a:defRPr lang="ru-RU" sz="40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6EFC6ED4-22DD-0C3B-D15A-218307AB6D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379261" y="2030035"/>
            <a:ext cx="1335600" cy="1262947"/>
            <a:chOff x="10145015" y="2343978"/>
            <a:chExt cx="1335600" cy="1262947"/>
          </a:xfrm>
        </p:grpSpPr>
        <p:sp>
          <p:nvSpPr>
            <p:cNvPr id="12" name="Полилиния: Фигура 25">
              <a:extLst>
                <a:ext uri="{FF2B5EF4-FFF2-40B4-BE49-F238E27FC236}">
                  <a16:creationId xmlns:a16="http://schemas.microsoft.com/office/drawing/2014/main" id="{E4CD0F67-4BE8-1120-FCAE-806F9E18DD58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400615" y="2343978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732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" panose="020F0502020204030204" pitchFamily="34" charset="0"/>
              </a:endParaRPr>
            </a:p>
          </p:txBody>
        </p:sp>
        <p:sp>
          <p:nvSpPr>
            <p:cNvPr id="14" name="Овал 13">
              <a:extLst>
                <a:ext uri="{FF2B5EF4-FFF2-40B4-BE49-F238E27FC236}">
                  <a16:creationId xmlns:a16="http://schemas.microsoft.com/office/drawing/2014/main" id="{59B74B85-E3CB-E24E-54C6-AB161411D93A}"/>
                </a:ext>
              </a:extLst>
            </p:cNvPr>
            <p:cNvSpPr/>
            <p:nvPr/>
          </p:nvSpPr>
          <p:spPr>
            <a:xfrm rot="13500000">
              <a:off x="10415015" y="21798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0">
                  <a:schemeClr val="bg2">
                    <a:lumMod val="75000"/>
                    <a:lumOff val="25000"/>
                    <a:alpha val="33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" panose="020F0502020204030204" pitchFamily="34" charset="0"/>
              </a:endParaRPr>
            </a:p>
          </p:txBody>
        </p:sp>
      </p:grpSp>
      <p:sp>
        <p:nvSpPr>
          <p:cNvPr id="15" name="Полилиния: Фигура 21">
            <a:extLst>
              <a:ext uri="{FF2B5EF4-FFF2-40B4-BE49-F238E27FC236}">
                <a16:creationId xmlns:a16="http://schemas.microsoft.com/office/drawing/2014/main" id="{5781DEED-6608-D622-CA5E-C91FD8645E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4295775" y="0"/>
            <a:ext cx="360000" cy="274638"/>
          </a:xfrm>
          <a:custGeom>
            <a:avLst/>
            <a:gdLst>
              <a:gd name="connsiteX0" fmla="*/ 30714 w 360000"/>
              <a:gd name="connsiteY0" fmla="*/ 0 h 274638"/>
              <a:gd name="connsiteX1" fmla="*/ 329286 w 360000"/>
              <a:gd name="connsiteY1" fmla="*/ 0 h 274638"/>
              <a:gd name="connsiteX2" fmla="*/ 345855 w 360000"/>
              <a:gd name="connsiteY2" fmla="*/ 24574 h 274638"/>
              <a:gd name="connsiteX3" fmla="*/ 360000 w 360000"/>
              <a:gd name="connsiteY3" fmla="*/ 94638 h 274638"/>
              <a:gd name="connsiteX4" fmla="*/ 180000 w 360000"/>
              <a:gd name="connsiteY4" fmla="*/ 274638 h 274638"/>
              <a:gd name="connsiteX5" fmla="*/ 0 w 360000"/>
              <a:gd name="connsiteY5" fmla="*/ 94638 h 274638"/>
              <a:gd name="connsiteX6" fmla="*/ 14145 w 360000"/>
              <a:gd name="connsiteY6" fmla="*/ 24574 h 274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60000" h="274638">
                <a:moveTo>
                  <a:pt x="30714" y="0"/>
                </a:moveTo>
                <a:lnTo>
                  <a:pt x="329286" y="0"/>
                </a:lnTo>
                <a:lnTo>
                  <a:pt x="345855" y="24574"/>
                </a:lnTo>
                <a:cubicBezTo>
                  <a:pt x="354963" y="46109"/>
                  <a:pt x="360000" y="69785"/>
                  <a:pt x="360000" y="94638"/>
                </a:cubicBezTo>
                <a:cubicBezTo>
                  <a:pt x="360000" y="194049"/>
                  <a:pt x="279411" y="274638"/>
                  <a:pt x="180000" y="274638"/>
                </a:cubicBezTo>
                <a:cubicBezTo>
                  <a:pt x="80589" y="274638"/>
                  <a:pt x="0" y="194049"/>
                  <a:pt x="0" y="94638"/>
                </a:cubicBezTo>
                <a:cubicBezTo>
                  <a:pt x="0" y="69785"/>
                  <a:pt x="5037" y="46109"/>
                  <a:pt x="14145" y="24574"/>
                </a:cubicBezTo>
                <a:close/>
              </a:path>
            </a:pathLst>
          </a:cu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</a:endParaRPr>
          </a:p>
        </p:txBody>
      </p:sp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168347B7-45FA-4A01-924D-DC385B720B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331786" y="5528198"/>
            <a:ext cx="631474" cy="667800"/>
            <a:chOff x="2994153" y="1378666"/>
            <a:chExt cx="631474" cy="667800"/>
          </a:xfrm>
        </p:grpSpPr>
        <p:sp>
          <p:nvSpPr>
            <p:cNvPr id="20" name="Полилиния: Фигура 19">
              <a:extLst>
                <a:ext uri="{FF2B5EF4-FFF2-40B4-BE49-F238E27FC236}">
                  <a16:creationId xmlns:a16="http://schemas.microsoft.com/office/drawing/2014/main" id="{31167DA1-25D1-4E60-A62E-42B6F56A96E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3039890" y="1332929"/>
              <a:ext cx="540000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" panose="020F0502020204030204" pitchFamily="34" charset="0"/>
              </a:endParaRPr>
            </a:p>
          </p:txBody>
        </p:sp>
        <p:sp>
          <p:nvSpPr>
            <p:cNvPr id="21" name="Овал 20">
              <a:extLst>
                <a:ext uri="{FF2B5EF4-FFF2-40B4-BE49-F238E27FC236}">
                  <a16:creationId xmlns:a16="http://schemas.microsoft.com/office/drawing/2014/main" id="{6B7B7215-A661-477E-91D0-CDBE5564D2B9}"/>
                </a:ext>
              </a:extLst>
            </p:cNvPr>
            <p:cNvSpPr/>
            <p:nvPr/>
          </p:nvSpPr>
          <p:spPr>
            <a:xfrm rot="8100000">
              <a:off x="3047090" y="1506466"/>
              <a:ext cx="270000" cy="54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" panose="020F0502020204030204" pitchFamily="34" charset="0"/>
              </a:endParaRPr>
            </a:p>
          </p:txBody>
        </p:sp>
      </p:grpSp>
      <p:sp>
        <p:nvSpPr>
          <p:cNvPr id="3" name="Объект 2">
            <a:extLst>
              <a:ext uri="{FF2B5EF4-FFF2-40B4-BE49-F238E27FC236}">
                <a16:creationId xmlns:a16="http://schemas.microsoft.com/office/drawing/2014/main" id="{02C6BF36-D4F5-4363-B440-BDAE50BBD4B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50862" y="1965095"/>
            <a:ext cx="5435600" cy="3995650"/>
          </a:xfrm>
        </p:spPr>
        <p:txBody>
          <a:bodyPr rtlCol="0">
            <a:normAutofit/>
          </a:bodyPr>
          <a:lstStyle>
            <a:lvl1pPr marL="0" indent="0">
              <a:buNone/>
              <a:defRPr lang="ru-RU" sz="1800">
                <a:solidFill>
                  <a:schemeClr val="tx1"/>
                </a:solidFill>
              </a:defRPr>
            </a:lvl1pPr>
            <a:lvl2pPr>
              <a:defRPr lang="ru-RU" sz="1800">
                <a:solidFill>
                  <a:schemeClr val="tx1"/>
                </a:solidFill>
              </a:defRPr>
            </a:lvl2pPr>
            <a:lvl3pPr>
              <a:defRPr lang="ru-RU" sz="1800">
                <a:solidFill>
                  <a:schemeClr val="tx1"/>
                </a:solidFill>
              </a:defRPr>
            </a:lvl3pPr>
            <a:lvl4pPr>
              <a:defRPr lang="ru-RU" sz="1800">
                <a:solidFill>
                  <a:schemeClr val="tx1"/>
                </a:solidFill>
              </a:defRPr>
            </a:lvl4pPr>
            <a:lvl5pPr>
              <a:defRPr lang="ru-RU" sz="18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ru-RU" dirty="0"/>
              <a:t>Щелкните, чтобы добавить содержимое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  <a:p>
            <a:pPr lvl="3" rtl="0"/>
            <a:r>
              <a:rPr lang="ru-RU" dirty="0"/>
              <a:t>Четвертый уровень</a:t>
            </a:r>
          </a:p>
          <a:p>
            <a:pPr lvl="4" rtl="0"/>
            <a:r>
              <a:rPr lang="ru-RU" dirty="0"/>
              <a:t>Пятый уровень</a:t>
            </a:r>
          </a:p>
        </p:txBody>
      </p:sp>
      <p:sp>
        <p:nvSpPr>
          <p:cNvPr id="16" name="Объект 2">
            <a:extLst>
              <a:ext uri="{FF2B5EF4-FFF2-40B4-BE49-F238E27FC236}">
                <a16:creationId xmlns:a16="http://schemas.microsoft.com/office/drawing/2014/main" id="{C4B946DE-F802-2F36-2789-09D7F8604081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301305" y="1965095"/>
            <a:ext cx="5339397" cy="3995650"/>
          </a:xfrm>
        </p:spPr>
        <p:txBody>
          <a:bodyPr rtlCol="0">
            <a:normAutofit/>
          </a:bodyPr>
          <a:lstStyle>
            <a:lvl1pPr marL="0" indent="0">
              <a:buNone/>
              <a:defRPr lang="ru-RU" sz="1800">
                <a:solidFill>
                  <a:schemeClr val="tx1"/>
                </a:solidFill>
              </a:defRPr>
            </a:lvl1pPr>
            <a:lvl2pPr>
              <a:defRPr lang="ru-RU" sz="1800">
                <a:solidFill>
                  <a:schemeClr val="tx1"/>
                </a:solidFill>
              </a:defRPr>
            </a:lvl2pPr>
            <a:lvl3pPr>
              <a:defRPr lang="ru-RU" sz="1800">
                <a:solidFill>
                  <a:schemeClr val="tx1"/>
                </a:solidFill>
              </a:defRPr>
            </a:lvl3pPr>
            <a:lvl4pPr>
              <a:defRPr lang="ru-RU" sz="1800">
                <a:solidFill>
                  <a:schemeClr val="tx1"/>
                </a:solidFill>
              </a:defRPr>
            </a:lvl4pPr>
            <a:lvl5pPr>
              <a:defRPr lang="ru-RU" sz="18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B99A8AF-0998-4613-B1D8-C14ECBFFD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/>
              <a:t>20ГГ</a:t>
            </a:r>
            <a:endParaRPr lang="ru-RU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6E44EAA-B8A9-4428-A9DF-1174DA940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9E5C381-C899-4BF9-B584-2D78074D1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BA1B0FB-D917-4C8C-928F-313BD683BF39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171650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ключ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Овал 6">
            <a:extLst>
              <a:ext uri="{FF2B5EF4-FFF2-40B4-BE49-F238E27FC236}">
                <a16:creationId xmlns:a16="http://schemas.microsoft.com/office/drawing/2014/main" id="{E57989ED-9663-5033-AA83-267069FC5C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5303845" y="5427212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A4B040-51E3-4DA0-B21D-EEE173E753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9536" y="549274"/>
            <a:ext cx="5179330" cy="2841829"/>
          </a:xfrm>
        </p:spPr>
        <p:txBody>
          <a:bodyPr vert="horz" wrap="square" lIns="0" tIns="0" rIns="0" bIns="0" rtlCol="0" anchor="b" anchorCtr="0">
            <a:normAutofit/>
          </a:bodyPr>
          <a:lstStyle>
            <a:lvl1pPr>
              <a:defRPr lang="ru-RU" sz="5400" dirty="0"/>
            </a:lvl1pPr>
          </a:lstStyle>
          <a:p>
            <a:pPr lvl="0" rtl="0">
              <a:lnSpc>
                <a:spcPct val="100000"/>
              </a:lnSpc>
            </a:pPr>
            <a:r>
              <a:rPr lang="ru-RU"/>
              <a:t>Заголовок слайда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8A2CD90-429B-4A55-B6C8-DD6CE699411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49537" y="3646704"/>
            <a:ext cx="5179330" cy="2706160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buNone/>
              <a:defRPr lang="ru-RU" sz="1800">
                <a:solidFill>
                  <a:schemeClr val="tx1"/>
                </a:solidFill>
              </a:defRPr>
            </a:lvl1pPr>
            <a:lvl2pPr marL="457200" indent="0">
              <a:spcBef>
                <a:spcPts val="1000"/>
              </a:spcBef>
              <a:buNone/>
              <a:defRPr lang="ru-RU" sz="1200">
                <a:solidFill>
                  <a:schemeClr val="tx1"/>
                </a:solidFill>
              </a:defRPr>
            </a:lvl2pPr>
            <a:lvl3pPr marL="914400" indent="0">
              <a:spcBef>
                <a:spcPts val="1000"/>
              </a:spcBef>
              <a:buNone/>
              <a:defRPr lang="ru-RU" sz="1200">
                <a:solidFill>
                  <a:schemeClr val="tx1"/>
                </a:solidFill>
              </a:defRPr>
            </a:lvl3pPr>
            <a:lvl4pPr marL="1371600" indent="0">
              <a:spcBef>
                <a:spcPts val="1000"/>
              </a:spcBef>
              <a:buNone/>
              <a:defRPr lang="ru-RU" sz="1200">
                <a:solidFill>
                  <a:schemeClr val="tx1"/>
                </a:solidFill>
              </a:defRPr>
            </a:lvl4pPr>
            <a:lvl5pPr marL="1828800" indent="0">
              <a:spcBef>
                <a:spcPts val="1000"/>
              </a:spcBef>
              <a:buNone/>
              <a:defRPr lang="ru-RU" sz="12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20" name="Рисунок 19">
            <a:extLst>
              <a:ext uri="{FF2B5EF4-FFF2-40B4-BE49-F238E27FC236}">
                <a16:creationId xmlns:a16="http://schemas.microsoft.com/office/drawing/2014/main" id="{5392876F-0BBD-F80A-DE7F-8831AD3BF35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26138" y="549275"/>
            <a:ext cx="5654675" cy="57880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ru-RU"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ru-RU"/>
              <a:t>Щелкните значок, чтобы вставить рисунок</a:t>
            </a: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64E08E8E-10CB-55BC-8AFF-E64C800B9F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94036" y="5610392"/>
            <a:ext cx="667802" cy="631474"/>
            <a:chOff x="10478914" y="1506691"/>
            <a:chExt cx="667802" cy="631474"/>
          </a:xfrm>
        </p:grpSpPr>
        <p:sp>
          <p:nvSpPr>
            <p:cNvPr id="10" name="Полилиния: фигура 15">
              <a:extLst>
                <a:ext uri="{FF2B5EF4-FFF2-40B4-BE49-F238E27FC236}">
                  <a16:creationId xmlns:a16="http://schemas.microsoft.com/office/drawing/2014/main" id="{B439260B-AC6B-1C83-1A63-058A7E7EFCC9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606715" y="1506691"/>
              <a:ext cx="540001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101600" dist="50800" dir="732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" panose="020F0502020204030204" pitchFamily="34" charset="0"/>
              </a:endParaRPr>
            </a:p>
          </p:txBody>
        </p:sp>
        <p:sp>
          <p:nvSpPr>
            <p:cNvPr id="11" name="Овал 10">
              <a:extLst>
                <a:ext uri="{FF2B5EF4-FFF2-40B4-BE49-F238E27FC236}">
                  <a16:creationId xmlns:a16="http://schemas.microsoft.com/office/drawing/2014/main" id="{4ADD32DC-9BAF-DA32-4E29-A6D403E04377}"/>
                </a:ext>
              </a:extLst>
            </p:cNvPr>
            <p:cNvSpPr/>
            <p:nvPr/>
          </p:nvSpPr>
          <p:spPr>
            <a:xfrm rot="13500000">
              <a:off x="10613915" y="1424627"/>
              <a:ext cx="270000" cy="540001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" panose="020F0502020204030204" pitchFamily="34" charset="0"/>
              </a:endParaRPr>
            </a:p>
          </p:txBody>
        </p:sp>
      </p:grpSp>
      <p:grpSp>
        <p:nvGrpSpPr>
          <p:cNvPr id="12" name="Группа 11">
            <a:extLst>
              <a:ext uri="{FF2B5EF4-FFF2-40B4-BE49-F238E27FC236}">
                <a16:creationId xmlns:a16="http://schemas.microsoft.com/office/drawing/2014/main" id="{3BDBC526-6DCD-4FF6-8395-D8C22E46E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13" name="Полилиния: Фигура 12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4" name="Овал 13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" panose="020F0502020204030204" pitchFamily="34" charset="0"/>
              </a:endParaRPr>
            </a:p>
          </p:txBody>
        </p:sp>
        <p:sp>
          <p:nvSpPr>
            <p:cNvPr id="15" name="Овал 14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" panose="020F0502020204030204" pitchFamily="34" charset="0"/>
              </a:endParaRPr>
            </a:p>
          </p:txBody>
        </p:sp>
        <p:sp>
          <p:nvSpPr>
            <p:cNvPr id="16" name="Полилиния: фигура 15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4" name="Дата 3">
            <a:extLst>
              <a:ext uri="{FF2B5EF4-FFF2-40B4-BE49-F238E27FC236}">
                <a16:creationId xmlns:a16="http://schemas.microsoft.com/office/drawing/2014/main" id="{4D4EE704-5DCA-484E-85E0-0E3A7B1C5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/>
              <a:t>20ГГ</a:t>
            </a:r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CA69B66-1C18-44A2-93F7-97DED26F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E44B5A0-66FA-433A-8DC5-C097C63B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BA1B0FB-D917-4C8C-928F-313BD683BF39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160711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577394-0A20-4CF6-9066-CFC2C1C9D30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59149" y="389840"/>
            <a:ext cx="8281987" cy="2954655"/>
          </a:xfrm>
        </p:spPr>
        <p:txBody>
          <a:bodyPr rtlCol="0" anchor="t" anchorCtr="0">
            <a:normAutofit/>
          </a:bodyPr>
          <a:lstStyle>
            <a:lvl1pPr algn="l">
              <a:lnSpc>
                <a:spcPct val="100000"/>
              </a:lnSpc>
              <a:defRPr lang="ru-RU" sz="64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F10971F-8922-4B23-9C80-0643D7E3502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59149" y="3536951"/>
            <a:ext cx="8281989" cy="2555874"/>
          </a:xfrm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lang="ru-RU" sz="2400">
                <a:solidFill>
                  <a:schemeClr val="tx1"/>
                </a:solidFill>
              </a:defRPr>
            </a:lvl1pPr>
            <a:lvl2pPr marL="457200" indent="0" algn="ctr">
              <a:buNone/>
              <a:defRPr lang="ru-RU" sz="2000"/>
            </a:lvl2pPr>
            <a:lvl3pPr marL="914400" indent="0" algn="ctr">
              <a:buNone/>
              <a:defRPr lang="ru-RU" sz="1800"/>
            </a:lvl3pPr>
            <a:lvl4pPr marL="1371600" indent="0" algn="ctr">
              <a:buNone/>
              <a:defRPr lang="ru-RU" sz="1600"/>
            </a:lvl4pPr>
            <a:lvl5pPr marL="1828800" indent="0" algn="ctr">
              <a:buNone/>
              <a:defRPr lang="ru-RU" sz="1600"/>
            </a:lvl5pPr>
            <a:lvl6pPr marL="2286000" indent="0" algn="ctr">
              <a:buNone/>
              <a:defRPr lang="ru-RU" sz="1600"/>
            </a:lvl6pPr>
            <a:lvl7pPr marL="2743200" indent="0" algn="ctr">
              <a:buNone/>
              <a:defRPr lang="ru-RU" sz="1600"/>
            </a:lvl7pPr>
            <a:lvl8pPr marL="3200400" indent="0" algn="ctr">
              <a:buNone/>
              <a:defRPr lang="ru-RU" sz="1600"/>
            </a:lvl8pPr>
            <a:lvl9pPr marL="3657600" indent="0" algn="ctr">
              <a:buNone/>
              <a:defRPr lang="ru-RU" sz="1600"/>
            </a:lvl9pPr>
          </a:lstStyle>
          <a:p>
            <a:pPr rtl="0"/>
            <a:r>
              <a:rPr lang="ru-RU" dirty="0"/>
              <a:t>Подзаголовок слайда 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B1BC074-1090-47AF-BDE8-3859BF574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/>
              <a:t>20ГГ</a:t>
            </a:r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1D6522F-D41A-4734-8BD1-BD6E5A37D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74D4206-406C-42A3-BBD4-44C043180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BA1B0FB-D917-4C8C-928F-313BD683BF39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9" name="Полилиния: Фигура 18">
            <a:extLst>
              <a:ext uri="{FF2B5EF4-FFF2-40B4-BE49-F238E27FC236}">
                <a16:creationId xmlns:a16="http://schemas.microsoft.com/office/drawing/2014/main" id="{82184FF4-7029-4ED7-813A-192E606087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 rot="2700000">
            <a:off x="612445" y="481888"/>
            <a:ext cx="1080000" cy="1262947"/>
          </a:xfrm>
          <a:custGeom>
            <a:avLst/>
            <a:gdLst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0 w 1080000"/>
              <a:gd name="connsiteY9" fmla="*/ 931034 h 1262947"/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540000 w 1080000"/>
              <a:gd name="connsiteY9" fmla="*/ 0 h 1262947"/>
              <a:gd name="connsiteX0" fmla="*/ 540000 w 1080000"/>
              <a:gd name="connsiteY0" fmla="*/ 0 h 1262947"/>
              <a:gd name="connsiteX1" fmla="*/ 1064374 w 1080000"/>
              <a:gd name="connsiteY1" fmla="*/ 931034 h 1262947"/>
              <a:gd name="connsiteX2" fmla="*/ 1069029 w 1080000"/>
              <a:gd name="connsiteY2" fmla="*/ 938533 h 1262947"/>
              <a:gd name="connsiteX3" fmla="*/ 1080000 w 1080000"/>
              <a:gd name="connsiteY3" fmla="*/ 992947 h 1262947"/>
              <a:gd name="connsiteX4" fmla="*/ 540000 w 1080000"/>
              <a:gd name="connsiteY4" fmla="*/ 1262947 h 1262947"/>
              <a:gd name="connsiteX5" fmla="*/ 0 w 1080000"/>
              <a:gd name="connsiteY5" fmla="*/ 992947 h 1262947"/>
              <a:gd name="connsiteX6" fmla="*/ 10971 w 1080000"/>
              <a:gd name="connsiteY6" fmla="*/ 938533 h 1262947"/>
              <a:gd name="connsiteX7" fmla="*/ 15626 w 1080000"/>
              <a:gd name="connsiteY7" fmla="*/ 931034 h 1262947"/>
              <a:gd name="connsiteX8" fmla="*/ 540000 w 1080000"/>
              <a:gd name="connsiteY8" fmla="*/ 0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</a:endParaRPr>
          </a:p>
        </p:txBody>
      </p:sp>
      <p:sp>
        <p:nvSpPr>
          <p:cNvPr id="20" name="Овал 19">
            <a:extLst>
              <a:ext uri="{FF2B5EF4-FFF2-40B4-BE49-F238E27FC236}">
                <a16:creationId xmlns:a16="http://schemas.microsoft.com/office/drawing/2014/main" id="{AAA7AB09-557C-41AD-9113-FF9F68FA10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8100000">
            <a:off x="626845" y="82896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</a:endParaRPr>
          </a:p>
        </p:txBody>
      </p:sp>
      <p:sp>
        <p:nvSpPr>
          <p:cNvPr id="25" name="Овал 24">
            <a:extLst>
              <a:ext uri="{FF2B5EF4-FFF2-40B4-BE49-F238E27FC236}">
                <a16:creationId xmlns:a16="http://schemas.microsoft.com/office/drawing/2014/main" id="{EF99ECAA-1F11-4937-BBA6-51935AB44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</a:endParaRPr>
          </a:p>
        </p:txBody>
      </p:sp>
      <p:grpSp>
        <p:nvGrpSpPr>
          <p:cNvPr id="34" name="Группа 33">
            <a:extLst>
              <a:ext uri="{FF2B5EF4-FFF2-40B4-BE49-F238E27FC236}">
                <a16:creationId xmlns:a16="http://schemas.microsoft.com/office/drawing/2014/main" id="{79DE9FAB-6BBA-4CFE-B67D-77B47F01E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329952" y="4524379"/>
            <a:ext cx="1980001" cy="1363916"/>
            <a:chOff x="4879602" y="3781429"/>
            <a:chExt cx="1980001" cy="1363916"/>
          </a:xfrm>
        </p:grpSpPr>
        <p:sp>
          <p:nvSpPr>
            <p:cNvPr id="35" name="Полилиния: Фигура 34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" panose="020F0502020204030204" pitchFamily="34" charset="0"/>
              </a:endParaRPr>
            </a:p>
          </p:txBody>
        </p:sp>
        <p:sp>
          <p:nvSpPr>
            <p:cNvPr id="36" name="Полилиния: Фигура 35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7" name="Овал 36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</a:extLst>
            </p:cNvPr>
            <p:cNvSpPr/>
            <p:nvPr/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" panose="020F0502020204030204" pitchFamily="34" charset="0"/>
              </a:endParaRPr>
            </a:p>
          </p:txBody>
        </p:sp>
        <p:sp>
          <p:nvSpPr>
            <p:cNvPr id="38" name="Овал 37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</a:extLst>
            </p:cNvPr>
            <p:cNvSpPr/>
            <p:nvPr/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12362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028302-E866-455D-8898-536230275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50800"/>
            <a:ext cx="11090275" cy="133305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>
            <a:defPPr>
              <a:defRPr lang="ru-RU"/>
            </a:defPPr>
          </a:lstStyle>
          <a:p>
            <a:pPr lvl="0" rtl="0">
              <a:lnSpc>
                <a:spcPct val="100000"/>
              </a:lnSpc>
            </a:pPr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C94E72B-F0CF-4BC4-B509-A1C4508BE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3" y="2113862"/>
            <a:ext cx="11091600" cy="3978963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>
            <a:defPPr>
              <a:defRPr lang="ru-RU"/>
            </a:defPPr>
          </a:lstStyle>
          <a:p>
            <a:pPr lvl="0" rtl="0"/>
            <a:r>
              <a:rPr lang="ru-RU" dirty="0"/>
              <a:t>Щелкните, чтобы изменить стили текста образца слайда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  <a:p>
            <a:pPr lvl="3" rtl="0"/>
            <a:r>
              <a:rPr lang="ru-RU" dirty="0"/>
              <a:t>Четвертый уровень</a:t>
            </a:r>
          </a:p>
          <a:p>
            <a:pPr lvl="4" rtl="0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4ACE49D-C22F-4540-AC09-E421D2A2ED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50863" y="6507212"/>
            <a:ext cx="262890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lang="ru-RU" sz="1000">
                <a:solidFill>
                  <a:schemeClr val="tx1">
                    <a:alpha val="8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ru-RU"/>
              <a:t>20ГГ</a:t>
            </a:r>
            <a:endParaRPr lang="ru-RU" dirty="0">
              <a:latin typeface="Calibri" panose="020F0502020204030204" pitchFamily="34" charset="0"/>
            </a:endParaRP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CD5C3BE-317E-49E8-82B5-C8A7EC9C8A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9150" y="6507212"/>
            <a:ext cx="637921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lang="ru-RU" sz="1000">
                <a:solidFill>
                  <a:schemeClr val="tx1">
                    <a:alpha val="8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ru-RU" dirty="0">
              <a:latin typeface="Calibri" panose="020F0502020204030204" pitchFamily="34" charset="0"/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5574E12-6C16-431F-B2CE-E4B15916BA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lang="ru-RU" sz="1000">
                <a:solidFill>
                  <a:schemeClr val="tx1">
                    <a:alpha val="8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DBA1B0FB-D917-4C8C-928F-313BD683BF39}" type="slidenum">
              <a:rPr lang="ru-RU" smtClean="0"/>
              <a:pPr/>
              <a:t>‹#›</a:t>
            </a:fld>
            <a:endParaRPr lang="ru-RU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125571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6" r:id="rId3"/>
    <p:sldLayoutId id="2147483703" r:id="rId4"/>
    <p:sldLayoutId id="2147483698" r:id="rId5"/>
    <p:sldLayoutId id="2147483704" r:id="rId6"/>
    <p:sldLayoutId id="2147483699" r:id="rId7"/>
    <p:sldLayoutId id="2147483700" r:id="rId8"/>
    <p:sldLayoutId id="2147483688" r:id="rId9"/>
    <p:sldLayoutId id="2147483686" r:id="rId10"/>
    <p:sldLayoutId id="2147483685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ru-RU" sz="4800" kern="120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spcAft>
          <a:spcPts val="800"/>
        </a:spcAft>
        <a:buFont typeface="Arial" panose="020B0604020202020204" pitchFamily="34" charset="0"/>
        <a:buChar char="•"/>
        <a:defRPr lang="ru-RU" sz="24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lang="ru-RU" sz="16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lang="ru-RU" sz="16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lang="ru-RU" sz="16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lang="ru-RU" sz="16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2" pos="3840">
          <p15:clr>
            <a:srgbClr val="F26B43"/>
          </p15:clr>
        </p15:guide>
        <p15:guide id="33" orient="horz" pos="2160">
          <p15:clr>
            <a:srgbClr val="F26B43"/>
          </p15:clr>
        </p15:guide>
        <p15:guide id="34" pos="347">
          <p15:clr>
            <a:srgbClr val="F26B43"/>
          </p15:clr>
        </p15:guide>
        <p15:guide id="35" pos="7333">
          <p15:clr>
            <a:srgbClr val="F26B43"/>
          </p15:clr>
        </p15:guide>
        <p15:guide id="36" orient="horz" pos="346">
          <p15:clr>
            <a:srgbClr val="F26B43"/>
          </p15:clr>
        </p15:guide>
        <p15:guide id="37" orient="horz" pos="3974">
          <p15:clr>
            <a:srgbClr val="F26B43"/>
          </p15:clr>
        </p15:guide>
        <p15:guide id="38" pos="824">
          <p15:clr>
            <a:srgbClr val="A4A3A4"/>
          </p15:clr>
        </p15:guide>
        <p15:guide id="39" pos="937">
          <p15:clr>
            <a:srgbClr val="A4A3A4"/>
          </p15:clr>
        </p15:guide>
        <p15:guide id="40" pos="1413">
          <p15:clr>
            <a:srgbClr val="A4A3A4"/>
          </p15:clr>
        </p15:guide>
        <p15:guide id="41" pos="1527">
          <p15:clr>
            <a:srgbClr val="A4A3A4"/>
          </p15:clr>
        </p15:guide>
        <p15:guide id="42" pos="2003">
          <p15:clr>
            <a:srgbClr val="A4A3A4"/>
          </p15:clr>
        </p15:guide>
        <p15:guide id="43" pos="2116">
          <p15:clr>
            <a:srgbClr val="A4A3A4"/>
          </p15:clr>
        </p15:guide>
        <p15:guide id="44" pos="2593">
          <p15:clr>
            <a:srgbClr val="A4A3A4"/>
          </p15:clr>
        </p15:guide>
        <p15:guide id="45" pos="2706">
          <p15:clr>
            <a:srgbClr val="A4A3A4"/>
          </p15:clr>
        </p15:guide>
        <p15:guide id="46" pos="3182">
          <p15:clr>
            <a:srgbClr val="A4A3A4"/>
          </p15:clr>
        </p15:guide>
        <p15:guide id="47" pos="3318">
          <p15:clr>
            <a:srgbClr val="A4A3A4"/>
          </p15:clr>
        </p15:guide>
        <p15:guide id="48" pos="3772">
          <p15:clr>
            <a:srgbClr val="A4A3A4"/>
          </p15:clr>
        </p15:guide>
        <p15:guide id="49" pos="3908">
          <p15:clr>
            <a:srgbClr val="A4A3A4"/>
          </p15:clr>
        </p15:guide>
        <p15:guide id="50" pos="4362">
          <p15:clr>
            <a:srgbClr val="A4A3A4"/>
          </p15:clr>
        </p15:guide>
        <p15:guide id="51" pos="4498">
          <p15:clr>
            <a:srgbClr val="A4A3A4"/>
          </p15:clr>
        </p15:guide>
        <p15:guide id="52" pos="4951">
          <p15:clr>
            <a:srgbClr val="A4A3A4"/>
          </p15:clr>
        </p15:guide>
        <p15:guide id="53" pos="5087">
          <p15:clr>
            <a:srgbClr val="A4A3A4"/>
          </p15:clr>
        </p15:guide>
        <p15:guide id="54" pos="5541">
          <p15:clr>
            <a:srgbClr val="A4A3A4"/>
          </p15:clr>
        </p15:guide>
        <p15:guide id="55" pos="5677">
          <p15:clr>
            <a:srgbClr val="A4A3A4"/>
          </p15:clr>
        </p15:guide>
        <p15:guide id="56" pos="6153">
          <p15:clr>
            <a:srgbClr val="A4A3A4"/>
          </p15:clr>
        </p15:guide>
        <p15:guide id="57" pos="6267">
          <p15:clr>
            <a:srgbClr val="A4A3A4"/>
          </p15:clr>
        </p15:guide>
        <p15:guide id="58" pos="6743">
          <p15:clr>
            <a:srgbClr val="A4A3A4"/>
          </p15:clr>
        </p15:guide>
        <p15:guide id="59" pos="6856">
          <p15:clr>
            <a:srgbClr val="A4A3A4"/>
          </p15:clr>
        </p15:guide>
        <p15:guide id="60" orient="horz" pos="3838">
          <p15:clr>
            <a:srgbClr val="A4A3A4"/>
          </p15:clr>
        </p15:guide>
        <p15:guide id="61" orient="horz" pos="2092">
          <p15:clr>
            <a:srgbClr val="A4A3A4"/>
          </p15:clr>
        </p15:guide>
        <p15:guide id="62" orient="horz" pos="2228">
          <p15:clr>
            <a:srgbClr val="A4A3A4"/>
          </p15:clr>
        </p15:guide>
        <p15:guide id="63" orient="horz" pos="845">
          <p15:clr>
            <a:srgbClr val="A4A3A4"/>
          </p15:clr>
        </p15:guide>
        <p15:guide id="64" orient="horz" pos="958">
          <p15:clr>
            <a:srgbClr val="A4A3A4"/>
          </p15:clr>
        </p15:guide>
        <p15:guide id="65" orient="horz" pos="1480">
          <p15:clr>
            <a:srgbClr val="A4A3A4"/>
          </p15:clr>
        </p15:guide>
        <p15:guide id="66" orient="horz" pos="1593">
          <p15:clr>
            <a:srgbClr val="A4A3A4"/>
          </p15:clr>
        </p15:guide>
        <p15:guide id="67" orient="horz" pos="2727">
          <p15:clr>
            <a:srgbClr val="A4A3A4"/>
          </p15:clr>
        </p15:guide>
        <p15:guide id="68" orient="horz" pos="2840">
          <p15:clr>
            <a:srgbClr val="A4A3A4"/>
          </p15:clr>
        </p15:guide>
        <p15:guide id="69" orient="horz" pos="3339">
          <p15:clr>
            <a:srgbClr val="A4A3A4"/>
          </p15:clr>
        </p15:guide>
        <p15:guide id="70" orient="horz" pos="3475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10047101-8D42-6100-9CEA-AEC0FAEAB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3187" y="352546"/>
            <a:ext cx="4624442" cy="4957686"/>
          </a:xfrm>
          <a:noFill/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r>
              <a:rPr lang="ru-RU" sz="4000" dirty="0"/>
              <a:t>Интеллектуальный анализ и прогнозирование антивирусной активности соединений против гриппа.</a:t>
            </a:r>
          </a:p>
        </p:txBody>
      </p:sp>
      <p:pic>
        <p:nvPicPr>
          <p:cNvPr id="8" name="Рисунок 13" descr="Цифровой фон точек данных">
            <a:extLst>
              <a:ext uri="{FF2B5EF4-FFF2-40B4-BE49-F238E27FC236}">
                <a16:creationId xmlns:a16="http://schemas.microsoft.com/office/drawing/2014/main" id="{53227D59-33F9-9DDB-1C5C-A938A989EE5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6" r="7936"/>
          <a:stretch/>
        </p:blipFill>
        <p:spPr>
          <a:xfrm>
            <a:off x="0" y="0"/>
            <a:ext cx="6267450" cy="6858000"/>
          </a:xfr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30F1939-B024-4FD6-B58E-D69A242F91FE}"/>
              </a:ext>
            </a:extLst>
          </p:cNvPr>
          <p:cNvSpPr txBox="1"/>
          <p:nvPr/>
        </p:nvSpPr>
        <p:spPr>
          <a:xfrm>
            <a:off x="6477984" y="5674449"/>
            <a:ext cx="575484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Решение команды </a:t>
            </a:r>
            <a:r>
              <a:rPr lang="en-US" sz="1600" dirty="0"/>
              <a:t>“</a:t>
            </a:r>
            <a:r>
              <a:rPr lang="ru-RU" sz="1600" dirty="0"/>
              <a:t>ДПО Команда 1</a:t>
            </a:r>
            <a:r>
              <a:rPr lang="en-US" sz="1600" dirty="0"/>
              <a:t>” </a:t>
            </a:r>
          </a:p>
          <a:p>
            <a:r>
              <a:rPr lang="ru-RU" sz="1600" dirty="0"/>
              <a:t>Роли:</a:t>
            </a:r>
          </a:p>
          <a:p>
            <a:r>
              <a:rPr lang="ru-RU" sz="1600" dirty="0"/>
              <a:t>Борис Олегович - </a:t>
            </a:r>
            <a:r>
              <a:rPr lang="en-US" sz="1600" dirty="0"/>
              <a:t>Data Engineer</a:t>
            </a:r>
            <a:endParaRPr lang="ru-RU" sz="1600" dirty="0"/>
          </a:p>
          <a:p>
            <a:r>
              <a:rPr lang="ru-RU" sz="1600" dirty="0"/>
              <a:t>Виктор Борисов - </a:t>
            </a:r>
            <a:r>
              <a:rPr lang="en-US" sz="1600" dirty="0"/>
              <a:t>ML Engineer</a:t>
            </a:r>
            <a:endParaRPr lang="ru-RU" sz="1600" dirty="0"/>
          </a:p>
          <a:p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28030920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D5BE93-0252-3CC3-B567-14EC47EB8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209063"/>
            <a:ext cx="11090275" cy="632798"/>
          </a:xfrm>
        </p:spPr>
        <p:txBody>
          <a:bodyPr rtlCol="0"/>
          <a:lstStyle>
            <a:defPPr>
              <a:defRPr lang="ru-RU"/>
            </a:defPPr>
          </a:lstStyle>
          <a:p>
            <a:pPr algn="ctr"/>
            <a:r>
              <a:rPr lang="ru-RU" dirty="0"/>
              <a:t>Проблема и Бизнес-логика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5ED567A0-055A-4C9F-8BD9-90155155B4C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71325" y="1017451"/>
            <a:ext cx="3249350" cy="632798"/>
          </a:xfrm>
        </p:spPr>
        <p:txBody>
          <a:bodyPr/>
          <a:lstStyle/>
          <a:p>
            <a:pPr algn="ctr"/>
            <a:r>
              <a:rPr lang="ru-RU" b="1" dirty="0"/>
              <a:t>Классический </a:t>
            </a:r>
            <a:r>
              <a:rPr lang="en-US" b="1" dirty="0"/>
              <a:t>QSAR-</a:t>
            </a:r>
            <a:r>
              <a:rPr lang="ru-RU" sz="2000" b="1" dirty="0"/>
              <a:t>скрининг</a:t>
            </a:r>
            <a:r>
              <a:rPr lang="ru-RU" b="1" dirty="0"/>
              <a:t> (</a:t>
            </a:r>
            <a:r>
              <a:rPr lang="en-US" b="1" dirty="0"/>
              <a:t>In Silico)</a:t>
            </a:r>
            <a:endParaRPr lang="ru-RU" b="1" dirty="0"/>
          </a:p>
        </p:txBody>
      </p:sp>
      <p:sp>
        <p:nvSpPr>
          <p:cNvPr id="6" name="Объект 4">
            <a:extLst>
              <a:ext uri="{FF2B5EF4-FFF2-40B4-BE49-F238E27FC236}">
                <a16:creationId xmlns:a16="http://schemas.microsoft.com/office/drawing/2014/main" id="{306D8C92-49C0-422C-A258-78C234AF1285}"/>
              </a:ext>
            </a:extLst>
          </p:cNvPr>
          <p:cNvSpPr txBox="1">
            <a:spLocks/>
          </p:cNvSpPr>
          <p:nvPr/>
        </p:nvSpPr>
        <p:spPr>
          <a:xfrm>
            <a:off x="550862" y="1014510"/>
            <a:ext cx="3249351" cy="632798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>
            <a:defPPr>
              <a:defRPr lang="ru-RU"/>
            </a:defPPr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None/>
              <a:defRPr lang="ru-RU"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lang="ru-RU" sz="12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lang="ru-RU" sz="12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lang="ru-RU" sz="12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lang="ru-RU" sz="12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dirty="0"/>
              <a:t>Терапевтическое окно антивирусного препарата</a:t>
            </a:r>
            <a:endParaRPr lang="en-US" b="1" dirty="0"/>
          </a:p>
        </p:txBody>
      </p:sp>
      <p:sp>
        <p:nvSpPr>
          <p:cNvPr id="10" name="Объект 4">
            <a:extLst>
              <a:ext uri="{FF2B5EF4-FFF2-40B4-BE49-F238E27FC236}">
                <a16:creationId xmlns:a16="http://schemas.microsoft.com/office/drawing/2014/main" id="{C8D21BA6-83FA-4ABE-BD88-0071834BB7D2}"/>
              </a:ext>
            </a:extLst>
          </p:cNvPr>
          <p:cNvSpPr txBox="1">
            <a:spLocks/>
          </p:cNvSpPr>
          <p:nvPr/>
        </p:nvSpPr>
        <p:spPr>
          <a:xfrm>
            <a:off x="8391786" y="1014510"/>
            <a:ext cx="3249350" cy="632798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>
            <a:defPPr>
              <a:defRPr lang="ru-RU"/>
            </a:defPPr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None/>
              <a:defRPr lang="ru-RU"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lang="ru-RU" sz="12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lang="ru-RU" sz="12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lang="ru-RU" sz="12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lang="ru-RU" sz="12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b="1" dirty="0"/>
              <a:t>Обоснование </a:t>
            </a:r>
            <a:r>
              <a:rPr lang="en-US" b="1" dirty="0"/>
              <a:t>Target Engineering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B753631-A061-421B-986C-EE9FB06C4A8D}"/>
              </a:ext>
            </a:extLst>
          </p:cNvPr>
          <p:cNvSpPr txBox="1"/>
          <p:nvPr/>
        </p:nvSpPr>
        <p:spPr>
          <a:xfrm>
            <a:off x="550862" y="1915860"/>
            <a:ext cx="324935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Проблема: Экспериментальный синтез миллионов соединений в лабораториях длится годами и стоит миллионы.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Решение: Использование ML для виртуального скрининга.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Инженерный вызов: Набор данных ограничен (всего 750 молекул), а физико-химические дескрипторы </a:t>
            </a:r>
            <a:r>
              <a:rPr lang="ru-RU" sz="1600" dirty="0" err="1"/>
              <a:t>RDKit</a:t>
            </a:r>
            <a:r>
              <a:rPr lang="ru-RU" sz="1600" dirty="0"/>
              <a:t> содержат тяжелые распределения, способные запутать базовые алгоритмы.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B5B2270-64A8-492D-BE70-D816AF5878E7}"/>
                  </a:ext>
                </a:extLst>
              </p:cNvPr>
              <p:cNvSpPr txBox="1"/>
              <p:nvPr/>
            </p:nvSpPr>
            <p:spPr>
              <a:xfrm>
                <a:off x="4471323" y="1915860"/>
                <a:ext cx="3249351" cy="47705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ru-RU" sz="1600" dirty="0"/>
                  <a:t>Эффективность </a:t>
                </a:r>
                <a:r>
                  <a:rPr lang="en-US" sz="1600" dirty="0"/>
                  <a:t>(</a:t>
                </a:r>
                <a14:m>
                  <m:oMath xmlns:m="http://schemas.openxmlformats.org/officeDocument/2006/math">
                    <m:r>
                      <a:rPr lang="en-US" sz="1600" i="1" smtClean="0">
                        <a:latin typeface="Cambria Math" panose="02040503050406030204" pitchFamily="18" charset="0"/>
                      </a:rPr>
                      <m:t>𝐼</m:t>
                    </m:r>
                    <m:sSub>
                      <m:sSub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1600" i="1" smtClean="0">
                            <a:latin typeface="Cambria Math" panose="02040503050406030204" pitchFamily="18" charset="0"/>
                          </a:rPr>
                          <m:t>50</m:t>
                        </m:r>
                      </m:sub>
                    </m:sSub>
                  </m:oMath>
                </a14:m>
                <a:r>
                  <a:rPr lang="en-US" sz="1600" dirty="0"/>
                  <a:t>): </a:t>
                </a:r>
                <a:r>
                  <a:rPr lang="ru-RU" sz="1600" dirty="0"/>
                  <a:t>Концентрация, убивающая 50% вируса. Препарат должен работать в минимальных дозах. Чем меньше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𝐼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50</m:t>
                        </m:r>
                      </m:sub>
                    </m:sSub>
                  </m:oMath>
                </a14:m>
                <a:r>
                  <a:rPr lang="ru-RU" sz="1600" dirty="0"/>
                  <a:t>, тем лучше.</a:t>
                </a:r>
                <a:endParaRPr lang="en-US" sz="16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6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ru-RU" sz="1600" dirty="0"/>
                  <a:t>Токсичность </a:t>
                </a:r>
                <a:r>
                  <a:rPr lang="en-US" sz="160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50</m:t>
                        </m:r>
                      </m:sub>
                    </m:sSub>
                  </m:oMath>
                </a14:m>
                <a:r>
                  <a:rPr lang="en-US" sz="1600" dirty="0"/>
                  <a:t>): </a:t>
                </a:r>
                <a:r>
                  <a:rPr lang="ru-RU" sz="1600" dirty="0"/>
                  <a:t>Концентрация, разрушающая 50% здоровых клеток хозяина. Препарат должен быть безопасным. Чем выше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𝐶𝐶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50</m:t>
                        </m:r>
                      </m:sub>
                    </m:sSub>
                  </m:oMath>
                </a14:m>
                <a:r>
                  <a:rPr lang="ru-RU" sz="1600" dirty="0"/>
                  <a:t>, тем лучше.</a:t>
                </a:r>
                <a:endParaRPr lang="en-US" sz="16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6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ru-RU" sz="1600" dirty="0"/>
                  <a:t>Баланс (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𝑆𝐼</m:t>
                    </m:r>
                  </m:oMath>
                </a14:m>
                <a:r>
                  <a:rPr lang="ru-RU" sz="1600" dirty="0"/>
                  <a:t>): Индекс селективности. Главный маркер безопасности. Он показывает, насколько доза, убивающая вирус, далека от дозы, убивающей самого пациента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B5B2270-64A8-492D-BE70-D816AF5878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1323" y="1915860"/>
                <a:ext cx="3249351" cy="4770537"/>
              </a:xfrm>
              <a:prstGeom prst="rect">
                <a:avLst/>
              </a:prstGeom>
              <a:blipFill>
                <a:blip r:embed="rId3"/>
                <a:stretch>
                  <a:fillRect l="-749" t="-511" r="-2622" b="-63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8405A9E-31B3-4969-8EFF-FE95E0C62C23}"/>
                  </a:ext>
                </a:extLst>
              </p:cNvPr>
              <p:cNvSpPr txBox="1"/>
              <p:nvPr/>
            </p:nvSpPr>
            <p:spPr>
              <a:xfrm>
                <a:off x="8391784" y="1775080"/>
                <a:ext cx="3249351" cy="49144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𝑆𝐼</m:t>
                      </m:r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sSub>
                            <m:sSub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  <m:t>50</m:t>
                              </m:r>
                            </m:sub>
                          </m:sSub>
                        </m:num>
                        <m:den>
                          <m:r>
                            <a:rPr lang="en-US" sz="280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sSub>
                            <m:sSub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  <m:t>50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16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6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ru-RU" sz="1500" dirty="0"/>
                  <a:t>Анализ обучающей выборки показал, что максимальное отклонение реального </a:t>
                </a:r>
                <a14:m>
                  <m:oMath xmlns:m="http://schemas.openxmlformats.org/officeDocument/2006/math">
                    <m:r>
                      <a:rPr lang="en-US" sz="1500" i="1">
                        <a:latin typeface="Cambria Math" panose="02040503050406030204" pitchFamily="18" charset="0"/>
                      </a:rPr>
                      <m:t>𝑆𝐼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1500" dirty="0"/>
                  <a:t>от расчетного соотношения составляет всего </a:t>
                </a:r>
                <a:r>
                  <a:rPr lang="ru-RU" sz="1500" b="1" dirty="0"/>
                  <a:t>0.016</a:t>
                </a:r>
                <a:r>
                  <a:rPr lang="ru-RU" sz="1500" dirty="0"/>
                  <a:t> (чистая погрешность округления при экспорте)</a:t>
                </a:r>
                <a:endParaRPr lang="en-US" sz="15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5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ru-RU" sz="1500" dirty="0"/>
                  <a:t>Базовые ML-модели склонны предсказывать </a:t>
                </a:r>
                <a14:m>
                  <m:oMath xmlns:m="http://schemas.openxmlformats.org/officeDocument/2006/math">
                    <m:r>
                      <a:rPr lang="en-US" sz="1500" i="1">
                        <a:latin typeface="Cambria Math" panose="02040503050406030204" pitchFamily="18" charset="0"/>
                      </a:rPr>
                      <m:t>𝑆𝐼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1500" dirty="0"/>
                  <a:t>изолированно, нарушая физический смысл (разрушая пропорцию). Наша стратегия учитывает эту жесткую математическую связь, что страхует модель от некорректных выбросов на тестовой выборке.</a:t>
                </a: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8405A9E-31B3-4969-8EFF-FE95E0C62C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1784" y="1775080"/>
                <a:ext cx="3249351" cy="4914487"/>
              </a:xfrm>
              <a:prstGeom prst="rect">
                <a:avLst/>
              </a:prstGeom>
              <a:blipFill>
                <a:blip r:embed="rId4"/>
                <a:stretch>
                  <a:fillRect l="-563" b="-49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650455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A0034E89-1952-5288-08A0-70A4A73BE3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3" y="4045464"/>
            <a:ext cx="11115355" cy="2286000"/>
          </a:xfrm>
          <a:noFill/>
        </p:spPr>
        <p:txBody>
          <a:bodyPr rtlCol="0" anchor="ctr"/>
          <a:lstStyle>
            <a:defPPr>
              <a:defRPr lang="ru-RU"/>
            </a:defPPr>
          </a:lstStyle>
          <a:p>
            <a:r>
              <a:rPr lang="ru-RU" dirty="0" err="1"/>
              <a:t>Data</a:t>
            </a:r>
            <a:r>
              <a:rPr lang="ru-RU" dirty="0"/>
              <a:t> </a:t>
            </a:r>
            <a:r>
              <a:rPr lang="ru-RU" dirty="0" err="1"/>
              <a:t>Engineering</a:t>
            </a:r>
            <a:r>
              <a:rPr lang="ru-RU" dirty="0"/>
              <a:t> и Борьба с шумом</a:t>
            </a:r>
          </a:p>
        </p:txBody>
      </p:sp>
      <p:pic>
        <p:nvPicPr>
          <p:cNvPr id="11" name="Рисунок 15" descr="Цифровой фон точек данных">
            <a:extLst>
              <a:ext uri="{FF2B5EF4-FFF2-40B4-BE49-F238E27FC236}">
                <a16:creationId xmlns:a16="http://schemas.microsoft.com/office/drawing/2014/main" id="{A496DCE5-C34A-22C2-A9D8-E90DFC8CE86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" b="52"/>
          <a:stretch/>
        </p:blipFill>
        <p:spPr>
          <a:xfrm>
            <a:off x="0" y="4594"/>
            <a:ext cx="12192000" cy="3771878"/>
          </a:xfrm>
        </p:spPr>
      </p:pic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F00DDDCC-16AD-4567-B658-3583B0821967}"/>
              </a:ext>
            </a:extLst>
          </p:cNvPr>
          <p:cNvSpPr txBox="1">
            <a:spLocks/>
          </p:cNvSpPr>
          <p:nvPr/>
        </p:nvSpPr>
        <p:spPr>
          <a:xfrm>
            <a:off x="0" y="6429575"/>
            <a:ext cx="5262694" cy="84766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lang="ru-RU"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lang="ru-RU" sz="16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lang="ru-RU" sz="16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lang="ru-RU" sz="16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lang="ru-RU" sz="16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800" dirty="0"/>
              <a:t>Амелякин Борис Олегович</a:t>
            </a:r>
          </a:p>
        </p:txBody>
      </p:sp>
    </p:spTree>
    <p:extLst>
      <p:ext uri="{BB962C8B-B14F-4D97-AF65-F5344CB8AC3E}">
        <p14:creationId xmlns:p14="http://schemas.microsoft.com/office/powerpoint/2010/main" val="18397480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1" name="Title 1">
            <a:extLst>
              <a:ext uri="{FF2B5EF4-FFF2-40B4-BE49-F238E27FC236}">
                <a16:creationId xmlns:a16="http://schemas.microsoft.com/office/drawing/2014/main" id="{C3073D10-5195-BB46-3316-85AF771EF7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274420"/>
            <a:ext cx="11090275" cy="1109984"/>
          </a:xfrm>
        </p:spPr>
        <p:txBody>
          <a:bodyPr/>
          <a:lstStyle/>
          <a:p>
            <a:r>
              <a:rPr lang="ru-RU" dirty="0"/>
              <a:t>Лечение экстремальной асимметрии признаков</a:t>
            </a:r>
            <a:endParaRPr lang="en-US" dirty="0"/>
          </a:p>
        </p:txBody>
      </p:sp>
      <p:pic>
        <p:nvPicPr>
          <p:cNvPr id="2054" name="Picture 6">
            <a:extLst>
              <a:ext uri="{FF2B5EF4-FFF2-40B4-BE49-F238E27FC236}">
                <a16:creationId xmlns:a16="http://schemas.microsoft.com/office/drawing/2014/main" id="{5DBF6F48-C1EA-420C-97CB-37A606AC66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 bwMode="auto">
          <a:xfrm>
            <a:off x="550864" y="3961941"/>
            <a:ext cx="11090274" cy="2412135"/>
          </a:xfrm>
          <a:prstGeom prst="rect">
            <a:avLst/>
          </a:prstGeom>
          <a:solidFill>
            <a:srgbClr val="FFFFFF"/>
          </a:solidFill>
          <a:extLst/>
        </p:spPr>
      </p:pic>
      <p:cxnSp>
        <p:nvCxnSpPr>
          <p:cNvPr id="13" name="Прямая со стрелкой 12">
            <a:extLst>
              <a:ext uri="{FF2B5EF4-FFF2-40B4-BE49-F238E27FC236}">
                <a16:creationId xmlns:a16="http://schemas.microsoft.com/office/drawing/2014/main" id="{9D833210-3385-4401-8C8B-C9B93CF59083}"/>
              </a:ext>
            </a:extLst>
          </p:cNvPr>
          <p:cNvCxnSpPr/>
          <p:nvPr/>
        </p:nvCxnSpPr>
        <p:spPr>
          <a:xfrm>
            <a:off x="3258766" y="4455268"/>
            <a:ext cx="700391" cy="603115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Круг: прозрачная заливка 13">
            <a:extLst>
              <a:ext uri="{FF2B5EF4-FFF2-40B4-BE49-F238E27FC236}">
                <a16:creationId xmlns:a16="http://schemas.microsoft.com/office/drawing/2014/main" id="{5476226F-19A2-4196-A415-C8721C465BAF}"/>
              </a:ext>
            </a:extLst>
          </p:cNvPr>
          <p:cNvSpPr/>
          <p:nvPr/>
        </p:nvSpPr>
        <p:spPr>
          <a:xfrm>
            <a:off x="550862" y="4690018"/>
            <a:ext cx="850099" cy="772552"/>
          </a:xfrm>
          <a:prstGeom prst="donut">
            <a:avLst>
              <a:gd name="adj" fmla="val 7796"/>
            </a:avLst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6F07077-BD1A-47D4-AF53-E82734356518}"/>
              </a:ext>
            </a:extLst>
          </p:cNvPr>
          <p:cNvSpPr txBox="1"/>
          <p:nvPr/>
        </p:nvSpPr>
        <p:spPr>
          <a:xfrm>
            <a:off x="550862" y="1683952"/>
            <a:ext cx="1093924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Проблема: Дескриптор </a:t>
            </a:r>
            <a:r>
              <a:rPr lang="ru-RU" dirty="0" err="1"/>
              <a:t>Ipc</a:t>
            </a:r>
            <a:r>
              <a:rPr lang="ru-RU" dirty="0"/>
              <a:t> уходит в триллионы. Масштаб выбросов сжимает 99% полезных данных молекул в одну тонкую линию около нуля. Обычные </a:t>
            </a:r>
            <a:r>
              <a:rPr lang="ru-RU" dirty="0" err="1"/>
              <a:t>скалеры</a:t>
            </a:r>
            <a:r>
              <a:rPr lang="ru-RU" dirty="0"/>
              <a:t> (</a:t>
            </a:r>
            <a:r>
              <a:rPr lang="ru-RU" dirty="0" err="1"/>
              <a:t>Standard</a:t>
            </a:r>
            <a:r>
              <a:rPr lang="ru-RU" dirty="0"/>
              <a:t>/</a:t>
            </a:r>
            <a:r>
              <a:rPr lang="ru-RU" dirty="0" err="1"/>
              <a:t>MinMax</a:t>
            </a:r>
            <a:r>
              <a:rPr lang="ru-RU" dirty="0"/>
              <a:t>) здесь бессильны, они уничтожают вариативность, и деревья решений теряют способность делать качественные сплиты.</a:t>
            </a:r>
          </a:p>
          <a:p>
            <a:endParaRPr lang="ru-RU" dirty="0"/>
          </a:p>
          <a:p>
            <a:r>
              <a:rPr lang="ru-RU" dirty="0"/>
              <a:t>Решение: Реализован алгоритм выборочного динамического логарифмирования (log1p). Мы рассчитываем глобальный минимум признака по </a:t>
            </a:r>
            <a:r>
              <a:rPr lang="ru-RU" dirty="0" err="1"/>
              <a:t>обучаюйщей</a:t>
            </a:r>
            <a:r>
              <a:rPr lang="ru-RU" dirty="0"/>
              <a:t> выборке и тестовой одновременно для безопасного сдвига (</a:t>
            </a:r>
            <a:r>
              <a:rPr lang="ru-RU" dirty="0" err="1"/>
              <a:t>shift</a:t>
            </a:r>
            <a:r>
              <a:rPr lang="ru-RU" dirty="0"/>
              <a:t>) данных. Это полностью стабилизировало распределение </a:t>
            </a:r>
            <a:r>
              <a:rPr lang="ru-RU" dirty="0" err="1"/>
              <a:t>Ipc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885921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A71F5EE-DAC1-4110-9D20-014B378573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309" y="709897"/>
            <a:ext cx="11895382" cy="112074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E4B2391-81B1-44A1-8B82-3302A8501FE1}"/>
              </a:ext>
            </a:extLst>
          </p:cNvPr>
          <p:cNvSpPr txBox="1"/>
          <p:nvPr/>
        </p:nvSpPr>
        <p:spPr>
          <a:xfrm>
            <a:off x="486563" y="2417634"/>
            <a:ext cx="4865614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Двумерные табличные дескрипторы </a:t>
            </a:r>
            <a:r>
              <a:rPr lang="ru-RU" sz="2000" dirty="0" err="1"/>
              <a:t>RDKit</a:t>
            </a:r>
            <a:r>
              <a:rPr lang="ru-RU" sz="2000" dirty="0"/>
              <a:t> оказались «слепы» к трехмерной структуре соединений (пространственным стереоизомерам). Из-за этого в данных возник парадокс: молекулы с абсолютно одинаковыми фичами имеют диаметрально противоположную биологическую активность в лаборатории. Для базовой модели это критический противоречивый шум.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0F4DC7-3652-4DA0-BAC7-74F445881887}"/>
              </a:ext>
            </a:extLst>
          </p:cNvPr>
          <p:cNvSpPr txBox="1"/>
          <p:nvPr/>
        </p:nvSpPr>
        <p:spPr>
          <a:xfrm>
            <a:off x="6839825" y="4395506"/>
            <a:ext cx="505017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Выявлено </a:t>
            </a:r>
            <a:r>
              <a:rPr lang="ru-RU" sz="2000" b="1" dirty="0"/>
              <a:t>18 константных</a:t>
            </a:r>
            <a:r>
              <a:rPr lang="ru-RU" sz="2000" dirty="0"/>
              <a:t> и </a:t>
            </a:r>
            <a:r>
              <a:rPr lang="ru-RU" sz="2000" b="1" dirty="0"/>
              <a:t>14 </a:t>
            </a:r>
            <a:r>
              <a:rPr lang="ru-RU" sz="2000" b="1" dirty="0" err="1"/>
              <a:t>квазиконстантных</a:t>
            </a:r>
            <a:r>
              <a:rPr lang="ru-RU" sz="2000" dirty="0"/>
              <a:t> признаков функциональных групп (где &gt; 99% значений — нули). Они были полностью удалены из </a:t>
            </a:r>
            <a:r>
              <a:rPr lang="ru-RU" sz="2000" dirty="0" err="1"/>
              <a:t>пайплайна</a:t>
            </a:r>
            <a:r>
              <a:rPr lang="ru-RU" sz="2000" dirty="0"/>
              <a:t>, чтобы модели не тратили на них кванты важности.</a:t>
            </a:r>
          </a:p>
        </p:txBody>
      </p:sp>
    </p:spTree>
    <p:extLst>
      <p:ext uri="{BB962C8B-B14F-4D97-AF65-F5344CB8AC3E}">
        <p14:creationId xmlns:p14="http://schemas.microsoft.com/office/powerpoint/2010/main" val="6528417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7" descr="Цифровой фон точек данных">
            <a:extLst>
              <a:ext uri="{FF2B5EF4-FFF2-40B4-BE49-F238E27FC236}">
                <a16:creationId xmlns:a16="http://schemas.microsoft.com/office/drawing/2014/main" id="{1358CD3B-43A8-5BF7-2E60-B0563F068D1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alphaModFix amt="4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8A84D4AF-8D29-5A55-F3F8-1E928E3B08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76680"/>
            <a:ext cx="9144000" cy="2286000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dirty="0"/>
              <a:t>Архитектура гибридного ансамбля моделей</a:t>
            </a:r>
          </a:p>
        </p:txBody>
      </p:sp>
      <p:sp>
        <p:nvSpPr>
          <p:cNvPr id="11" name="Подзаголовок 2">
            <a:extLst>
              <a:ext uri="{FF2B5EF4-FFF2-40B4-BE49-F238E27FC236}">
                <a16:creationId xmlns:a16="http://schemas.microsoft.com/office/drawing/2014/main" id="{415B3EE0-805E-4103-B3B6-E4E620EB1759}"/>
              </a:ext>
            </a:extLst>
          </p:cNvPr>
          <p:cNvSpPr txBox="1">
            <a:spLocks/>
          </p:cNvSpPr>
          <p:nvPr/>
        </p:nvSpPr>
        <p:spPr>
          <a:xfrm>
            <a:off x="0" y="6429575"/>
            <a:ext cx="5262694" cy="84766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lang="ru-RU"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lang="ru-RU" sz="16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lang="ru-RU" sz="16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lang="ru-RU" sz="16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lang="ru-RU" sz="16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800" dirty="0"/>
              <a:t>Виктор Борисович</a:t>
            </a:r>
          </a:p>
        </p:txBody>
      </p:sp>
    </p:spTree>
    <p:extLst>
      <p:ext uri="{BB962C8B-B14F-4D97-AF65-F5344CB8AC3E}">
        <p14:creationId xmlns:p14="http://schemas.microsoft.com/office/powerpoint/2010/main" val="28555141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3">
            <a:extLst>
              <a:ext uri="{FF2B5EF4-FFF2-40B4-BE49-F238E27FC236}">
                <a16:creationId xmlns:a16="http://schemas.microsoft.com/office/drawing/2014/main" id="{B38FAF81-7008-48C1-A069-CDC9F9F653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664897" y="1182811"/>
            <a:ext cx="6862203" cy="553746"/>
          </a:xfrm>
        </p:spPr>
        <p:txBody>
          <a:bodyPr/>
          <a:lstStyle/>
          <a:p>
            <a:r>
              <a:rPr lang="ru-RU" dirty="0" err="1"/>
              <a:t>Multi‑output</a:t>
            </a:r>
            <a:r>
              <a:rPr lang="ru-RU" dirty="0"/>
              <a:t> + </a:t>
            </a:r>
            <a:r>
              <a:rPr lang="ru-RU" dirty="0" err="1"/>
              <a:t>Single‑output</a:t>
            </a:r>
            <a:r>
              <a:rPr lang="ru-RU" dirty="0"/>
              <a:t> с адаптивным пост‑процессингом</a:t>
            </a:r>
          </a:p>
        </p:txBody>
      </p:sp>
      <p:sp>
        <p:nvSpPr>
          <p:cNvPr id="10" name="Заголовок 9">
            <a:extLst>
              <a:ext uri="{FF2B5EF4-FFF2-40B4-BE49-F238E27FC236}">
                <a16:creationId xmlns:a16="http://schemas.microsoft.com/office/drawing/2014/main" id="{E1BFD127-1498-4ED7-B39F-72CDAF216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0521" y="491857"/>
            <a:ext cx="7510957" cy="967827"/>
          </a:xfrm>
        </p:spPr>
        <p:txBody>
          <a:bodyPr/>
          <a:lstStyle/>
          <a:p>
            <a:r>
              <a:rPr lang="ru-RU" dirty="0"/>
              <a:t>Гибридный ансамбль моделей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40DE7C8-66B3-4427-B884-27763DE511AA}"/>
              </a:ext>
            </a:extLst>
          </p:cNvPr>
          <p:cNvSpPr txBox="1"/>
          <p:nvPr/>
        </p:nvSpPr>
        <p:spPr>
          <a:xfrm>
            <a:off x="982909" y="1603954"/>
            <a:ext cx="94781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/>
              <a:t>Замысел: объединить два подхода — </a:t>
            </a:r>
            <a:r>
              <a:rPr lang="ru-RU" sz="1600" dirty="0" err="1"/>
              <a:t>Multi‑output</a:t>
            </a:r>
            <a:r>
              <a:rPr lang="ru-RU" sz="1600" dirty="0"/>
              <a:t> (улавливает физическую связь SI = CC50 / IC50) и </a:t>
            </a:r>
            <a:r>
              <a:rPr lang="ru-RU" sz="1600" dirty="0" err="1"/>
              <a:t>Single‑output</a:t>
            </a:r>
            <a:r>
              <a:rPr lang="ru-RU" sz="1600" dirty="0"/>
              <a:t> (стабильность и независимая оптимизация) — с автоматическим подбором весов через кросс‑валидацию.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AE9A628-6724-44C6-9D26-E9702D261B51}"/>
              </a:ext>
            </a:extLst>
          </p:cNvPr>
          <p:cNvSpPr txBox="1"/>
          <p:nvPr/>
        </p:nvSpPr>
        <p:spPr>
          <a:xfrm>
            <a:off x="453005" y="2521059"/>
            <a:ext cx="1147614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AutoNum type="arabicPeriod"/>
            </a:pPr>
            <a:r>
              <a:rPr lang="ru-RU" sz="1600" dirty="0"/>
              <a:t>210 молекулярных дескрипторов</a:t>
            </a:r>
            <a:endParaRPr lang="en-US" sz="1600" dirty="0"/>
          </a:p>
          <a:p>
            <a:pPr marL="342900" indent="-342900" algn="just">
              <a:buFontTx/>
              <a:buAutoNum type="arabicPeriod"/>
            </a:pPr>
            <a:r>
              <a:rPr lang="ru-RU" sz="1600" dirty="0"/>
              <a:t>Предобработка (медиана, </a:t>
            </a:r>
            <a:r>
              <a:rPr lang="en-US" sz="1600" dirty="0"/>
              <a:t>log-</a:t>
            </a:r>
            <a:r>
              <a:rPr lang="ru-RU" sz="1600" dirty="0" err="1"/>
              <a:t>трасформация</a:t>
            </a:r>
            <a:r>
              <a:rPr lang="ru-RU" sz="1600" dirty="0"/>
              <a:t> выбросов</a:t>
            </a:r>
            <a:r>
              <a:rPr lang="en-US" sz="1600" dirty="0"/>
              <a:t>)</a:t>
            </a:r>
          </a:p>
          <a:p>
            <a:pPr marL="342900" indent="-342900" algn="just">
              <a:buFontTx/>
              <a:buAutoNum type="arabicPeriod"/>
            </a:pPr>
            <a:r>
              <a:rPr lang="en-US" sz="1600" b="1" dirty="0"/>
              <a:t>Multi‑output (</a:t>
            </a:r>
            <a:r>
              <a:rPr lang="en-US" sz="1600" dirty="0" err="1"/>
              <a:t>CatBoost</a:t>
            </a:r>
            <a:r>
              <a:rPr lang="en-US" sz="1600" dirty="0"/>
              <a:t>, </a:t>
            </a:r>
            <a:r>
              <a:rPr lang="en-US" sz="1600" dirty="0" err="1"/>
              <a:t>MultiRMSE</a:t>
            </a:r>
            <a:r>
              <a:rPr lang="en-US" sz="1600" dirty="0"/>
              <a:t>, </a:t>
            </a:r>
            <a:r>
              <a:rPr lang="ru-RU" sz="1600" dirty="0"/>
              <a:t>Вес 70%</a:t>
            </a:r>
            <a:r>
              <a:rPr lang="en-US" sz="1600" dirty="0"/>
              <a:t>)</a:t>
            </a:r>
            <a:r>
              <a:rPr lang="ru-RU" sz="1600" dirty="0"/>
              <a:t> + </a:t>
            </a:r>
            <a:r>
              <a:rPr lang="en-US" sz="1600" b="1" dirty="0"/>
              <a:t>Single‑output ×3 (</a:t>
            </a:r>
            <a:r>
              <a:rPr lang="en-US" sz="1600" dirty="0" err="1"/>
              <a:t>CatBoost</a:t>
            </a:r>
            <a:r>
              <a:rPr lang="en-US" sz="1600" dirty="0"/>
              <a:t> × 3 seeds, RMSE, </a:t>
            </a:r>
            <a:r>
              <a:rPr lang="ru-RU" sz="1600" dirty="0"/>
              <a:t>Вес 30%)</a:t>
            </a:r>
          </a:p>
          <a:p>
            <a:pPr marL="342900" indent="-342900" algn="just">
              <a:buFontTx/>
              <a:buAutoNum type="arabicPeriod"/>
            </a:pPr>
            <a:r>
              <a:rPr lang="ru-RU" sz="1600" dirty="0"/>
              <a:t>Взвешенное усреднение (5‑fold CV)</a:t>
            </a:r>
          </a:p>
          <a:p>
            <a:pPr marL="342900" indent="-342900" algn="just">
              <a:buFontTx/>
              <a:buAutoNum type="arabicPeriod"/>
            </a:pPr>
            <a:r>
              <a:rPr lang="ru-RU" sz="1600" dirty="0"/>
              <a:t>Пост‑процессинг (</a:t>
            </a:r>
            <a:r>
              <a:rPr lang="ru-RU" sz="1600" dirty="0" err="1"/>
              <a:t>clip</a:t>
            </a:r>
            <a:r>
              <a:rPr lang="ru-RU" sz="1600" dirty="0"/>
              <a:t> + адаптивная коррекция SI)</a:t>
            </a:r>
          </a:p>
          <a:p>
            <a:pPr marL="342900" indent="-342900" algn="just">
              <a:buFontTx/>
              <a:buAutoNum type="arabicPeriod"/>
            </a:pPr>
            <a:r>
              <a:rPr lang="ru-RU" sz="1600" dirty="0"/>
              <a:t>Финальные предсказания IC50, CC50, SI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282603E-E8E1-4A90-92F3-7FE6B9D7F706}"/>
              </a:ext>
            </a:extLst>
          </p:cNvPr>
          <p:cNvSpPr txBox="1"/>
          <p:nvPr/>
        </p:nvSpPr>
        <p:spPr>
          <a:xfrm>
            <a:off x="3833769" y="4328719"/>
            <a:ext cx="835823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/>
              <a:t>Ключевые решения:</a:t>
            </a:r>
          </a:p>
          <a:p>
            <a:r>
              <a:rPr lang="ru-RU" sz="1600" b="1" dirty="0"/>
              <a:t>Логарифмирование </a:t>
            </a:r>
            <a:r>
              <a:rPr lang="ru-RU" sz="1600" b="1" dirty="0" err="1"/>
              <a:t>таргетов</a:t>
            </a:r>
            <a:r>
              <a:rPr lang="ru-RU" sz="1600" dirty="0"/>
              <a:t> — нормализация скошенного распределения</a:t>
            </a:r>
          </a:p>
          <a:p>
            <a:r>
              <a:rPr lang="en-US" sz="1600" b="1" dirty="0"/>
              <a:t>Log</a:t>
            </a:r>
            <a:r>
              <a:rPr lang="ru-RU" sz="1600" b="1" dirty="0"/>
              <a:t>‑трансформация </a:t>
            </a:r>
            <a:r>
              <a:rPr lang="ru-RU" sz="1600" dirty="0"/>
              <a:t>выбросов в признаках (</a:t>
            </a:r>
            <a:r>
              <a:rPr lang="ru-RU" sz="1600" dirty="0" err="1"/>
              <a:t>max</a:t>
            </a:r>
            <a:r>
              <a:rPr lang="ru-RU" sz="1600" dirty="0"/>
              <a:t> &gt; 10000)</a:t>
            </a:r>
            <a:endParaRPr lang="en-US" sz="1600" dirty="0"/>
          </a:p>
          <a:p>
            <a:r>
              <a:rPr lang="ru-RU" sz="1600" b="1" dirty="0" err="1"/>
              <a:t>MultiRMSE</a:t>
            </a:r>
            <a:r>
              <a:rPr lang="ru-RU" sz="1600" b="1" dirty="0"/>
              <a:t> </a:t>
            </a:r>
            <a:r>
              <a:rPr lang="ru-RU" sz="1600" b="1" dirty="0" err="1"/>
              <a:t>loss</a:t>
            </a:r>
            <a:r>
              <a:rPr lang="ru-RU" sz="1600" dirty="0"/>
              <a:t> — учёт связи между IC50, CC50 и SI</a:t>
            </a:r>
          </a:p>
          <a:p>
            <a:r>
              <a:rPr lang="ru-RU" sz="1600" b="1" dirty="0"/>
              <a:t>Ансамбль из 3 </a:t>
            </a:r>
            <a:r>
              <a:rPr lang="ru-RU" sz="1600" b="1" dirty="0" err="1"/>
              <a:t>seed</a:t>
            </a:r>
            <a:r>
              <a:rPr lang="ru-RU" sz="1600" dirty="0"/>
              <a:t> — снижение дисперсии</a:t>
            </a:r>
          </a:p>
          <a:p>
            <a:r>
              <a:rPr lang="ru-RU" sz="1600" b="1" dirty="0"/>
              <a:t>Адаптивная коррекция SI</a:t>
            </a:r>
            <a:r>
              <a:rPr lang="ru-RU" sz="1600" dirty="0"/>
              <a:t> — исправление физических несоответствий</a:t>
            </a:r>
          </a:p>
        </p:txBody>
      </p:sp>
    </p:spTree>
    <p:extLst>
      <p:ext uri="{BB962C8B-B14F-4D97-AF65-F5344CB8AC3E}">
        <p14:creationId xmlns:p14="http://schemas.microsoft.com/office/powerpoint/2010/main" val="2330188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545968-70F7-0180-6448-3547E442E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0397" y="165051"/>
            <a:ext cx="5973583" cy="1237360"/>
          </a:xfrm>
          <a:noFill/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/>
            <a:r>
              <a:rPr lang="ru-RU" dirty="0"/>
              <a:t>Контроль качества</a:t>
            </a:r>
          </a:p>
        </p:txBody>
      </p:sp>
      <p:graphicFrame>
        <p:nvGraphicFramePr>
          <p:cNvPr id="16" name="Местозаполнитель таблицы 2">
            <a:extLst>
              <a:ext uri="{FF2B5EF4-FFF2-40B4-BE49-F238E27FC236}">
                <a16:creationId xmlns:a16="http://schemas.microsoft.com/office/drawing/2014/main" id="{1904F965-D30E-5A83-B17B-7D030326E77B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1364609604"/>
              </p:ext>
            </p:extLst>
          </p:nvPr>
        </p:nvGraphicFramePr>
        <p:xfrm>
          <a:off x="5380398" y="1412041"/>
          <a:ext cx="5973581" cy="2886144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970128">
                  <a:extLst>
                    <a:ext uri="{9D8B030D-6E8A-4147-A177-3AD203B41FA5}">
                      <a16:colId xmlns:a16="http://schemas.microsoft.com/office/drawing/2014/main" val="127040821"/>
                    </a:ext>
                  </a:extLst>
                </a:gridCol>
                <a:gridCol w="1353395">
                  <a:extLst>
                    <a:ext uri="{9D8B030D-6E8A-4147-A177-3AD203B41FA5}">
                      <a16:colId xmlns:a16="http://schemas.microsoft.com/office/drawing/2014/main" val="149845700"/>
                    </a:ext>
                  </a:extLst>
                </a:gridCol>
                <a:gridCol w="1405227">
                  <a:extLst>
                    <a:ext uri="{9D8B030D-6E8A-4147-A177-3AD203B41FA5}">
                      <a16:colId xmlns:a16="http://schemas.microsoft.com/office/drawing/2014/main" val="3119692462"/>
                    </a:ext>
                  </a:extLst>
                </a:gridCol>
                <a:gridCol w="1244831">
                  <a:extLst>
                    <a:ext uri="{9D8B030D-6E8A-4147-A177-3AD203B41FA5}">
                      <a16:colId xmlns:a16="http://schemas.microsoft.com/office/drawing/2014/main" val="3472639139"/>
                    </a:ext>
                  </a:extLst>
                </a:gridCol>
              </a:tblGrid>
              <a:tr h="721536">
                <a:tc>
                  <a:txBody>
                    <a:bodyPr/>
                    <a:lstStyle/>
                    <a:p>
                      <a:pPr algn="l"/>
                      <a:r>
                        <a:rPr lang="ru-RU" dirty="0">
                          <a:effectLst/>
                        </a:rPr>
                        <a:t>Показатель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effectLst/>
                        </a:rPr>
                        <a:t>Train Mean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Test Mean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effectLst/>
                        </a:rPr>
                        <a:t>Test Min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3298013591"/>
                  </a:ext>
                </a:extLst>
              </a:tr>
              <a:tr h="721536"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IC50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ru-RU">
                          <a:effectLst/>
                        </a:rPr>
                        <a:t>204.54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ru-RU">
                          <a:effectLst/>
                        </a:rPr>
                        <a:t>143.58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ru-RU">
                          <a:effectLst/>
                        </a:rPr>
                        <a:t>0.40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3873867931"/>
                  </a:ext>
                </a:extLst>
              </a:tr>
              <a:tr h="721536"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CC50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ru-RU">
                          <a:effectLst/>
                        </a:rPr>
                        <a:t>577.43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ru-RU">
                          <a:effectLst/>
                        </a:rPr>
                        <a:t>490.79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ru-RU">
                          <a:effectLst/>
                        </a:rPr>
                        <a:t>10.26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85209771"/>
                  </a:ext>
                </a:extLst>
              </a:tr>
              <a:tr h="721536"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SI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effectLst/>
                        </a:rPr>
                        <a:t>89.15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ru-RU">
                          <a:effectLst/>
                        </a:rPr>
                        <a:t>14.31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effectLst/>
                        </a:rPr>
                        <a:t>0.99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406103127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5EE9CBE-8553-43D4-B5A4-9C74B810F71B}"/>
              </a:ext>
            </a:extLst>
          </p:cNvPr>
          <p:cNvSpPr txBox="1"/>
          <p:nvPr/>
        </p:nvSpPr>
        <p:spPr>
          <a:xfrm>
            <a:off x="5380398" y="4748105"/>
            <a:ext cx="597358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Связь SI и CC50/IC50:</a:t>
            </a:r>
          </a:p>
          <a:p>
            <a:r>
              <a:rPr lang="ru-RU" sz="2400" dirty="0"/>
              <a:t>  • Среднее отклонение от формулы: 2.52</a:t>
            </a:r>
          </a:p>
          <a:p>
            <a:r>
              <a:rPr lang="ru-RU" sz="2400" dirty="0"/>
              <a:t>  • Корреляция SI с CC50/IC50: 0.9934</a:t>
            </a: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2F84E2E9-6995-4B8E-99D0-98B5B3674D1F}"/>
              </a:ext>
            </a:extLst>
          </p:cNvPr>
          <p:cNvSpPr/>
          <p:nvPr/>
        </p:nvSpPr>
        <p:spPr>
          <a:xfrm>
            <a:off x="377505" y="92227"/>
            <a:ext cx="4449029" cy="6673546"/>
          </a:xfrm>
          <a:prstGeom prst="roundRect">
            <a:avLst/>
          </a:prstGeom>
          <a:solidFill>
            <a:srgbClr val="12B1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2" name="Объект 11">
            <a:extLst>
              <a:ext uri="{FF2B5EF4-FFF2-40B4-BE49-F238E27FC236}">
                <a16:creationId xmlns:a16="http://schemas.microsoft.com/office/drawing/2014/main" id="{1BF80DD9-5694-478A-9253-AC33FAA205E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505" y="92227"/>
            <a:ext cx="4449029" cy="6673546"/>
          </a:xfrm>
        </p:spPr>
      </p:pic>
    </p:spTree>
    <p:extLst>
      <p:ext uri="{BB962C8B-B14F-4D97-AF65-F5344CB8AC3E}">
        <p14:creationId xmlns:p14="http://schemas.microsoft.com/office/powerpoint/2010/main" val="3144403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Овал 8">
            <a:extLst>
              <a:ext uri="{FF2B5EF4-FFF2-40B4-BE49-F238E27FC236}">
                <a16:creationId xmlns:a16="http://schemas.microsoft.com/office/drawing/2014/main" id="{5C4A7DC2-42C3-FDDF-02BF-9598D75A6A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189378" y="5232629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21106B59-80B8-CEED-0BCA-BC3F80A85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803321" y="682622"/>
            <a:ext cx="734257" cy="760506"/>
            <a:chOff x="5243759" y="1363788"/>
            <a:chExt cx="734257" cy="760506"/>
          </a:xfrm>
        </p:grpSpPr>
        <p:sp>
          <p:nvSpPr>
            <p:cNvPr id="6" name="Полилиния 5">
              <a:extLst>
                <a:ext uri="{FF2B5EF4-FFF2-40B4-BE49-F238E27FC236}">
                  <a16:creationId xmlns:a16="http://schemas.microsoft.com/office/drawing/2014/main" id="{73C2F317-81E4-3678-2FF2-495B3A95470A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" panose="020F0502020204030204" pitchFamily="34" charset="0"/>
              </a:endParaRPr>
            </a:p>
          </p:txBody>
        </p:sp>
        <p:sp>
          <p:nvSpPr>
            <p:cNvPr id="7" name="Полилиния 6">
              <a:extLst>
                <a:ext uri="{FF2B5EF4-FFF2-40B4-BE49-F238E27FC236}">
                  <a16:creationId xmlns:a16="http://schemas.microsoft.com/office/drawing/2014/main" id="{A7C6D33A-37B7-D2C4-2C1C-6D5253D0D480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" panose="020F0502020204030204" pitchFamily="34" charset="0"/>
              </a:endParaRPr>
            </a:p>
          </p:txBody>
        </p:sp>
        <p:sp>
          <p:nvSpPr>
            <p:cNvPr id="8" name="Полилиния 8">
              <a:extLst>
                <a:ext uri="{FF2B5EF4-FFF2-40B4-BE49-F238E27FC236}">
                  <a16:creationId xmlns:a16="http://schemas.microsoft.com/office/drawing/2014/main" id="{18145A95-72C3-9BFC-32D2-908F235E389B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" panose="020F0502020204030204" pitchFamily="34" charset="0"/>
              </a:endParaRPr>
            </a:p>
          </p:txBody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8A15DE-D135-0710-9984-A0A55E960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974" y="196900"/>
            <a:ext cx="4899628" cy="2331490"/>
          </a:xfrm>
          <a:noFill/>
        </p:spPr>
        <p:txBody>
          <a:bodyPr rtlCol="0" anchor="b"/>
          <a:lstStyle>
            <a:defPPr>
              <a:defRPr lang="ru-RU"/>
            </a:defPPr>
          </a:lstStyle>
          <a:p>
            <a:r>
              <a:rPr lang="ru-RU" b="1" dirty="0"/>
              <a:t>Заключение и Перспективы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CC8AA23-D8D0-93BE-5C5F-103A750B0D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3162" y="2827209"/>
            <a:ext cx="4917440" cy="3442144"/>
          </a:xfrm>
          <a:noFill/>
        </p:spPr>
        <p:txBody>
          <a:bodyPr vert="horz" lIns="91440" tIns="45720" rIns="91440" bIns="45720" rtlCol="0" anchor="t">
            <a:normAutofit/>
          </a:bodyPr>
          <a:lstStyle>
            <a:defPPr>
              <a:defRPr lang="ru-RU"/>
            </a:def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Итог: Построен чистый, стабильный и воспроизводимый </a:t>
            </a:r>
            <a:r>
              <a:rPr lang="ru-RU" dirty="0" err="1"/>
              <a:t>пайплайн</a:t>
            </a:r>
            <a:r>
              <a:rPr lang="ru-RU" dirty="0"/>
              <a:t>, устойчивый к химическим выбросам.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Что можно улучшить: Внедрение 3D-дескрипторов или </a:t>
            </a:r>
            <a:r>
              <a:rPr lang="ru-RU" dirty="0" err="1"/>
              <a:t>графовых</a:t>
            </a:r>
            <a:r>
              <a:rPr lang="ru-RU" dirty="0"/>
              <a:t> нейросетей (GNN) для явного кодирования пространственной изомерии молекул, которую не смогли отловить классические табличные фичи.</a:t>
            </a:r>
          </a:p>
        </p:txBody>
      </p:sp>
      <p:pic>
        <p:nvPicPr>
          <p:cNvPr id="20" name="Рисунок 19" descr="График крупным планом">
            <a:extLst>
              <a:ext uri="{FF2B5EF4-FFF2-40B4-BE49-F238E27FC236}">
                <a16:creationId xmlns:a16="http://schemas.microsoft.com/office/drawing/2014/main" id="{A7019768-5E2A-F9D1-62D6-EC7C5F0BBEC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" r="9"/>
          <a:stretch/>
        </p:blipFill>
        <p:spPr>
          <a:xfrm>
            <a:off x="6095588" y="0"/>
            <a:ext cx="6095998" cy="6858000"/>
          </a:xfrm>
        </p:spPr>
      </p:pic>
    </p:spTree>
    <p:extLst>
      <p:ext uri="{BB962C8B-B14F-4D97-AF65-F5344CB8AC3E}">
        <p14:creationId xmlns:p14="http://schemas.microsoft.com/office/powerpoint/2010/main" val="4145238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BAC361-0D7A-DC05-86B5-6DD77D322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536" y="549274"/>
            <a:ext cx="5179330" cy="2841829"/>
          </a:xfrm>
          <a:noFill/>
        </p:spPr>
        <p:txBody>
          <a:bodyPr rtlCol="0" anchor="b">
            <a:normAutofit/>
          </a:bodyPr>
          <a:lstStyle>
            <a:defPPr>
              <a:defRPr lang="ru-RU"/>
            </a:defPPr>
          </a:lstStyle>
          <a:p>
            <a:pPr rtl="0"/>
            <a:r>
              <a:rPr lang="ru-RU" dirty="0"/>
              <a:t>Спасибо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BE98EFF-197D-3136-70B9-7BBD30A489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9537" y="3646704"/>
            <a:ext cx="5179330" cy="2706160"/>
          </a:xfrm>
          <a:noFill/>
        </p:spPr>
        <p:txBody>
          <a:bodyPr rtlCol="0">
            <a:normAutofit/>
          </a:bodyPr>
          <a:lstStyle>
            <a:defPPr>
              <a:defRPr lang="ru-RU"/>
            </a:defPPr>
          </a:lstStyle>
          <a:p>
            <a:r>
              <a:rPr lang="ru-RU" dirty="0"/>
              <a:t>ДПО Команда 1</a:t>
            </a:r>
          </a:p>
          <a:p>
            <a:r>
              <a:rPr lang="en-US" dirty="0"/>
              <a:t>Data Engineer</a:t>
            </a:r>
            <a:r>
              <a:rPr lang="ru-RU" dirty="0"/>
              <a:t>: Борис Олегович</a:t>
            </a:r>
          </a:p>
          <a:p>
            <a:r>
              <a:rPr lang="en-US" dirty="0"/>
              <a:t>ML Engineer: </a:t>
            </a:r>
            <a:r>
              <a:rPr lang="ru-RU" dirty="0"/>
              <a:t>Виктор Борисов</a:t>
            </a:r>
          </a:p>
          <a:p>
            <a:endParaRPr lang="ru-RU" dirty="0"/>
          </a:p>
          <a:p>
            <a:endParaRPr lang="ru-RU" dirty="0"/>
          </a:p>
        </p:txBody>
      </p:sp>
      <p:pic>
        <p:nvPicPr>
          <p:cNvPr id="25" name="Рисунок 24" descr="Сеть крупным планом">
            <a:extLst>
              <a:ext uri="{FF2B5EF4-FFF2-40B4-BE49-F238E27FC236}">
                <a16:creationId xmlns:a16="http://schemas.microsoft.com/office/drawing/2014/main" id="{41A1C574-72C6-642F-E4D2-FF0C993AEF7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1"/>
          <a:stretch/>
        </p:blipFill>
        <p:spPr>
          <a:xfrm>
            <a:off x="5926138" y="549275"/>
            <a:ext cx="5654675" cy="5788025"/>
          </a:xfrm>
        </p:spPr>
      </p:pic>
    </p:spTree>
    <p:extLst>
      <p:ext uri="{BB962C8B-B14F-4D97-AF65-F5344CB8AC3E}">
        <p14:creationId xmlns:p14="http://schemas.microsoft.com/office/powerpoint/2010/main" val="2547630249"/>
      </p:ext>
    </p:extLst>
  </p:cSld>
  <p:clrMapOvr>
    <a:masterClrMapping/>
  </p:clrMapOvr>
</p:sld>
</file>

<file path=ppt/theme/theme1.xml><?xml version="1.0" encoding="utf-8"?>
<a:theme xmlns:a="http://schemas.openxmlformats.org/drawingml/2006/main" name="3DFloatVTI">
  <a:themeElements>
    <a:clrScheme name="Float">
      <a:dk1>
        <a:sysClr val="windowText" lastClr="000000"/>
      </a:dk1>
      <a:lt1>
        <a:sysClr val="window" lastClr="FFFFFF"/>
      </a:lt1>
      <a:dk2>
        <a:srgbClr val="1B192E"/>
      </a:dk2>
      <a:lt2>
        <a:srgbClr val="EAE5EB"/>
      </a:lt2>
      <a:accent1>
        <a:srgbClr val="13BE89"/>
      </a:accent1>
      <a:accent2>
        <a:srgbClr val="12B1BF"/>
      </a:accent2>
      <a:accent3>
        <a:srgbClr val="D40AA8"/>
      </a:accent3>
      <a:accent4>
        <a:srgbClr val="B86E62"/>
      </a:accent4>
      <a:accent5>
        <a:srgbClr val="A3A3C1"/>
      </a:accent5>
      <a:accent6>
        <a:srgbClr val="37335B"/>
      </a:accent6>
      <a:hlink>
        <a:srgbClr val="0066FF"/>
      </a:hlink>
      <a:folHlink>
        <a:srgbClr val="666699"/>
      </a:folHlink>
    </a:clrScheme>
    <a:fontScheme name="Float">
      <a:majorFont>
        <a:latin typeface="Walbaum Display"/>
        <a:ea typeface=""/>
        <a:cs typeface=""/>
      </a:majorFont>
      <a:minorFont>
        <a:latin typeface="Gill Sans MT"/>
        <a:ea typeface=""/>
        <a:cs typeface="Calibr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976257_TF33713516_Win32" id="{06EABBEA-3AAF-44A0-915C-8FB22919E62B}" vid="{153AF236-5B2D-4019-8D59-27DF83388284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F342EE1-43E5-4AFB-895D-B61B9656DC14}">
  <ds:schemaRefs>
    <ds:schemaRef ds:uri="http://schemas.microsoft.com/office/2006/documentManagement/types"/>
    <ds:schemaRef ds:uri="http://schemas.microsoft.com/sharepoint/v3"/>
    <ds:schemaRef ds:uri="http://purl.org/dc/dcmitype/"/>
    <ds:schemaRef ds:uri="http://purl.org/dc/elements/1.1/"/>
    <ds:schemaRef ds:uri="http://purl.org/dc/terms/"/>
    <ds:schemaRef ds:uri="http://schemas.microsoft.com/office/infopath/2007/PartnerControls"/>
    <ds:schemaRef ds:uri="http://schemas.microsoft.com/office/2006/metadata/properties"/>
    <ds:schemaRef ds:uri="http://www.w3.org/XML/1998/namespace"/>
    <ds:schemaRef ds:uri="http://schemas.openxmlformats.org/package/2006/metadata/core-properties"/>
    <ds:schemaRef ds:uri="230e9df3-be65-4c73-a93b-d1236ebd677e"/>
    <ds:schemaRef ds:uri="16c05727-aa75-4e4a-9b5f-8a80a1165891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2F49CD38-5B57-4682-9FCE-B9174068D0A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97783A8-901D-4F73-81D7-AA6841BEB3D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{07AEA7C5-8107-4E36-A788-3316B16482F9}TF7eddf224-c89c-478f-8f2f-bfb086892169772cd78c_win32-5c8ed59712c8</Template>
  <TotalTime>66</TotalTime>
  <Words>690</Words>
  <Application>Microsoft Office PowerPoint</Application>
  <PresentationFormat>Широкоэкранный</PresentationFormat>
  <Paragraphs>86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Arial</vt:lpstr>
      <vt:lpstr>Calibri</vt:lpstr>
      <vt:lpstr>Cambria Math</vt:lpstr>
      <vt:lpstr>Gill Sans MT</vt:lpstr>
      <vt:lpstr>Walbaum Display</vt:lpstr>
      <vt:lpstr>3DFloatVTI</vt:lpstr>
      <vt:lpstr>Интеллектуальный анализ и прогнозирование антивирусной активности соединений против гриппа.</vt:lpstr>
      <vt:lpstr>Проблема и Бизнес-логика</vt:lpstr>
      <vt:lpstr>Data Engineering и Борьба с шумом</vt:lpstr>
      <vt:lpstr>Лечение экстремальной асимметрии признаков</vt:lpstr>
      <vt:lpstr>Презентация PowerPoint</vt:lpstr>
      <vt:lpstr>Архитектура гибридного ансамбля моделей</vt:lpstr>
      <vt:lpstr>Гибридный ансамбль моделей</vt:lpstr>
      <vt:lpstr>Контроль качества</vt:lpstr>
      <vt:lpstr>Заключение и Перспективы</vt:lpstr>
      <vt:lpstr>Спасибо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Интеллектуальный анализ и прогнозирование антивирусной активности соединений против гриппа.</dc:title>
  <dc:creator>Амелякин Борис</dc:creator>
  <cp:lastModifiedBy>Борисов Виктор Алексеевич</cp:lastModifiedBy>
  <cp:revision>5</cp:revision>
  <dcterms:created xsi:type="dcterms:W3CDTF">2026-05-24T16:19:10Z</dcterms:created>
  <dcterms:modified xsi:type="dcterms:W3CDTF">2026-05-26T09:47:27Z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